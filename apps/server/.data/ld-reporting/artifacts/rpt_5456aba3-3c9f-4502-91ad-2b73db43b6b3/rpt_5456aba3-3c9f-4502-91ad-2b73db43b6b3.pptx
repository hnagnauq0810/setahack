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1 completed course(s), and 10 trainee-course records. Overall attendance is 96%, completion is 100%, pass rate is 100%, and average score is 7.89/10. Total training hours are 216 and scaled cost is 15. Overall effectiveness classification is Effective. Management interpretation: The training course 'DevOps Fundamentals: CI/CD, K8s, Monitoring' has demonstrated high effectiveness, achieving a completion rate of 100% and a pass rate of 100% among 10 trainees. The overall attendance rate stands at 96%, indicating strong engagement. The average score of 7.89 out of 10 reflects a solid understanding of the course material, complemented by a feedback rating of 4.6 out of 5, suggesting positive trainee experiences.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DevOps Fundamentals: CI/CD, K8s, Monitoring
Learners: 10
Attendance: 96%
Completion: 100%
Pass rate: 100%
Average score: 7.89/10
Effectiveness: 92.28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Maintain the current delivery model and reuse top-performing materials for future cohorts.
Owner: L&amp;D Manager
Outcome: Maintain attendance at or above 85% (current 96%), completion at or above 90% (current 100%), and pass rate at or above 80% (current 100%) in the next cohort.
2. Additionally, consider implementing a mentorship program for high-performing trainees to foster leadership skills and knowledge sharing.
Owner: L&amp;D Manager
Outcome: Maintain overall effectiveness score at or above the 85/100 target (current 92.28/100) in the next cohort.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DevOps Fundamentals: CI/CD, K8s, Monitoring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047857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92.3/100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Effective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53389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96%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100%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100%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DevOps_02_2026 | Type full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6/23/2026, 12:59:57 AM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DevOps_02_2026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1 completed course(s), and 10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96%, completion is 100%, pass rate is 100%, and average score is 7.89/10.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216 and scaled cost is 15.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Effective.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96%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7.89/10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DevOps_02_2026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Effective.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Effective.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DevOps_02_2026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96%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4.6/5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216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15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0.0207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DevOps_02_2026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9302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96%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100%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100%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3964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92.3/100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DevOps_02_2026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DevOps Fundamentals: CI/CD, K8s, Monitoring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4441789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96%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100%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100%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47857"/>
                </a:solidFill>
              </a:rPr>
              <a:t>92.28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10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7.89/10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100%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92.28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an effectiveness score of 92.28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DevOps_02_2026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100%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100%.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92.28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96%, pass rate 100%, average score 7.89/10.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Effective.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an effectiveness score of 92.28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The course has successfully met all effectiveness criteria, with no flags raised for performance or attendance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DevOps_02_2026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DevOps_02_2026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Effective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N/A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 NORM flags | N/A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 governance flags triggered.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D1FAE5"/>
          </a:solidFill>
          <a:ln w="12700">
            <a:solidFill>
              <a:srgbClr val="047857">
                <a:alpha val="6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47857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Continue standard monitoring and preserve the validated audit trail.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 active NORM rule requires escalation.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DevOps_02_2026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78992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Maintain the current delivery model and reuse top-performing materials for future cohorts.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78992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Maintain attendance at or above 85% (current 96%), completion at or above 90% (current 100%), and pass rate at or above 80% (current 100%) in the next cohort.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66544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Additionally, consider implementing a mentorship program for high-performing trainees to foster leadership skills and knowledge sharing.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66544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Maintain overall effectiveness score at or above the 85/100 target (current 92.28/100) in the next cohort.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DevOps_02_2026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3321558" y="1490472"/>
            <a:ext cx="5564124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065526" y="1234440"/>
            <a:ext cx="512064" cy="51206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065526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5271516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41285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4905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35808"/>
            <a:ext cx="49057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Maintain the current delivery model and reuse top-performing materials for future cohorts.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187952"/>
            <a:ext cx="49057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443984"/>
            <a:ext cx="49057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Maintain attendance at or above 85% (current 96%), completion at or above 90% (current 100%), and pass rate at or above 80% (current 100%) in the next cohort.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8629650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29650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249924" y="1938528"/>
            <a:ext cx="5271516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32804" y="2212848"/>
            <a:ext cx="41285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6432804" y="2633472"/>
            <a:ext cx="4905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432804" y="3035808"/>
            <a:ext cx="49057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Additionally, consider implementing a mentorship program for high-performing trainees to foster leadership skills and knowledge sharing.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432804" y="4187952"/>
            <a:ext cx="49057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6432804" y="4443984"/>
            <a:ext cx="49057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Maintain overall effectiveness score at or above the 85/100 target (current 92.28/100) in the next cohort.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DevOps_02_2026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rpt_5456aba3-3c9f-4502-91ad-2b73db43b6b3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ds_ce5070d1920af96e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mx_f68942fe-5588-4441-a256-ad2977520452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ev_2839740b-670a-41ec-b66d-dcfdbb0f23b3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gv_ef5360aa-472d-4356-bf26-53306e1ef053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OpenAI gpt-4o-mini enriched narrative fields. Numeric metrics remain deterministic.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DevOps Fundamentals: CI/CD, K8s, Monitoring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2026-06-22T18:00:02Z</dcterms:created>
  <dcterms:modified xsi:type="dcterms:W3CDTF">2026-06-22T18:00:02Z</dcterms:modified>
</cp:coreProperties>
</file>