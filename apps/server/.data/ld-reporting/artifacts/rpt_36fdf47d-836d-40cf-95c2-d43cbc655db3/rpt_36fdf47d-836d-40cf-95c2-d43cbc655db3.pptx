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program for the AI Agent &amp; LLM Application Development course has achieved a high completion rate of 100% and a commendable attendance rate of 90.4%. However, the overall effectiveness classification is marked as Risk due to the presence of at least one trainee who requires additional support, as indicated by the norm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1:31:10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rpt_36fdf47d-836d-40cf-95c2-d43cbc655db3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ds_10ba125b2e6872a8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mx_7839fbf9-3b4b-45ef-a577-582b00cffaeb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ev_f2195f3e-f3e6-475d-8c68-4af183c05b94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gv_812414de-15fc-4b35-9fe1-ec06dd3812c3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2026-06-22T18:31:15Z</dcterms:created>
  <dcterms:modified xsi:type="dcterms:W3CDTF">2026-06-22T18:31:15Z</dcterms:modified>
</cp:coreProperties>
</file>