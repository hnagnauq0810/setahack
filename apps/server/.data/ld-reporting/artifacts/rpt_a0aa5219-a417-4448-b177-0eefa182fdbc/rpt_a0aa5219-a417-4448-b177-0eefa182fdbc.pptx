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10 trainee-course records. Overall attendance is 96%, completion is 100%, pass rate is 100%, and average score is 7.89/10. Total training hours are 216 and scaled cost is 15. Overall effectiveness classification is Effective. Management interpretation: The training course 'DevOps Fundamentals: CI/CD, K8s, Monitoring' has demonstrated high effectiveness with a completion rate of 100%, a pass rate of 100%, and an average score of 7.89 out of 10. The overall attendance rate stands at 96%, indicating strong engagement among participants. The course has also received a favorable feedback rating of 4.6 out of 5, suggesting that trainees found the content valuable.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DevOps Fundamentals: CI/CD, K8s, Monitoring
Learners: 10
Attendance: 96%
Completion: 100%
Pass rate: 100%
Average score: 7.89/10
Effectiveness: 92.28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Maintain the current delivery model and reuse top-performing materials for future cohorts.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DevOps Fundamentals: CI/CD, K8s, Monitoring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047857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92.3/100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Effective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533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96%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DevOps_02_2026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10:44:32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10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96%, completion is 100%, pass rate is 100%, and average score is 7.89/10.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216 and scaled cost is 15.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Effective.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96%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Effective.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Effective.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96%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4.6/5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216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15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0.0207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9302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96%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DevOps Fundamentals: CI/CD, K8s, Monitoring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441789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96%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92.28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10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7.89/10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92.28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an effectiveness score of 92.28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100%.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92.28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96%, pass rate 100%, average score 7.89/10.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Effective.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an effectiveness score of 92.28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The course's effectiveness classification is rated as Effective, supported by the metrics of high attendance, 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Effective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N/A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 NORM flags | N/A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 governance flags triggered.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D1FAE5"/>
          </a:solidFill>
          <a:ln w="12700">
            <a:solidFill>
              <a:srgbClr val="047857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47857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Continue standard monitoring and preserve the validated audit trail.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 active NORM rule requires escalation.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Maintain the current delivery model and reuse top-performing materials for future cohorts.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103620" y="1490472"/>
            <a:ext cx="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1083564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10469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Maintain the current delivery model and reuse top-performing materials for future cohorts.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10469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rpt_a0aa5219-a417-4448-b177-0eefa182fdbc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ds_ae16fa7c76d5b778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mx_3dad5124-df2e-4d64-a82c-b63e490afd37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ev_8704f820-8d2e-45c7-a12a-4f53c7ccb1a7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gv_b23244c4-6390-4452-b3c9-5bd69a486225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DevOps Fundamentals: CI/CD, K8s, Monitoring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2026-06-22T15:44:36Z</dcterms:created>
  <dcterms:modified xsi:type="dcterms:W3CDTF">2026-06-22T15:44:36Z</dcterms:modified>
</cp:coreProperties>
</file>