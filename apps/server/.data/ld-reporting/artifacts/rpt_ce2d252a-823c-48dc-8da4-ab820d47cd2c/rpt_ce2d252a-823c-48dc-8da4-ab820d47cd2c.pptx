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Training Effectiveness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L&amp;D Training Effectiveness Report - Technical Leadership &amp; Communication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Evidence gaps block a final effectiveness conclusion.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58368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9" name="Shape 7"/>
          <p:cNvSpPr/>
          <p:nvPr/>
        </p:nvSpPr>
        <p:spPr>
          <a:xfrm>
            <a:off x="205740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93976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Draft</a:t>
            </a:r>
            <a:endParaRPr lang="en-US" sz="740" dirty="0"/>
          </a:p>
        </p:txBody>
      </p:sp>
      <p:sp>
        <p:nvSpPr>
          <p:cNvPr id="11" name="Shape 9"/>
          <p:cNvSpPr/>
          <p:nvPr/>
        </p:nvSpPr>
        <p:spPr>
          <a:xfrm>
            <a:off x="329184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28416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L&amp;D Manager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658368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Course Leadership_06_2026 | Type full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8368" y="5779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6/21/2026, 5:16:42 PM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418320" y="6144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SETA L&amp;D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Executive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676656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gaps block a final effectiveness conclusion.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21792" y="1719072"/>
            <a:ext cx="6675120" cy="15544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The selected scope contains 1 course(s), 0 completed course(s), and 8 trainee-course records. Overall attendance is 47.9%, completion is 0%, pass rate is 0%, and average score is N/A/10. Total training hours are 34.5 and scaled cost is 4.8. Final effectiveness conclusion is blocked because required evidence is incomplete or course status is not completed. Management interpretation: The course 'Technical Leadership &amp; Communication' is currently in progress with a total of 8 trainees enrolled. Attendance stands at 47.9%, with no completions or passing scores recorded to date. The effectiveness conclusion remains blocked due to the course not being completed and incomplete attendance data.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818120" y="10058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046720" y="16459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83296" y="16962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804672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1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0467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1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04672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blocked until required evidence is resolved.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9436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895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75895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47.9%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75895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16712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0370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22" name="Shape 20"/>
          <p:cNvSpPr/>
          <p:nvPr/>
        </p:nvSpPr>
        <p:spPr>
          <a:xfrm>
            <a:off x="338328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4787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54787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0%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354787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95604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9262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617220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3679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33679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0%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633679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74496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8154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34" name="Shape 32"/>
          <p:cNvSpPr/>
          <p:nvPr/>
        </p:nvSpPr>
        <p:spPr>
          <a:xfrm>
            <a:off x="896112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2571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912571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N/A/10</a:t>
            </a:r>
            <a:endParaRPr lang="en-US" sz="2100" dirty="0"/>
          </a:p>
        </p:txBody>
      </p:sp>
      <p:sp>
        <p:nvSpPr>
          <p:cNvPr id="37" name="Text 35"/>
          <p:cNvSpPr/>
          <p:nvPr/>
        </p:nvSpPr>
        <p:spPr>
          <a:xfrm>
            <a:off x="912571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1053388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57046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Decision readiness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66420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714500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blocked until required evidence is resolved.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07899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conclusion is blocked until required evidence is resolved.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Validated gate checks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25786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6289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623560" y="25328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Source availability and required columns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32644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3147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623560" y="32186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Course status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1 selected course(s) are not completed.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617720" y="37947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5736" y="39502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40005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Warning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623560" y="39044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Attendance completeness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863840" y="38862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17720" y="44805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46360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6863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5623560" y="45902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Assessment completeness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617720" y="51663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53218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53721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623560" y="52760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Feedback completeness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7863840" y="52578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Performance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47.9%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6712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5604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3679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33679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4496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96112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2571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N/A/10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2571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53388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046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9436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SATISFACTION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895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4.8/5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5895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4.0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6712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0370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338328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TRAINING HOURS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4787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34.5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354787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Tracked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17220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3679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4.8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33679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Scaled cost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4496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8154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96112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ROI PROXY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2571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N/A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2571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Relative KPI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53388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7046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594360" y="5989320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Completion is attendance-based (&gt;= 70%) and is intentionally separate from pass rate.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Course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078992"/>
          <a:ext cx="10972800" cy="3063240"/>
        </p:xfrm>
        <a:graphic>
          <a:graphicData uri="http://schemas.openxmlformats.org/drawingml/2006/table">
            <a:tbl>
              <a:tblPr/>
              <a:tblGrid>
                <a:gridCol w="3017520"/>
                <a:gridCol w="914400"/>
                <a:gridCol w="1143000"/>
                <a:gridCol w="1143000"/>
                <a:gridCol w="1005840"/>
                <a:gridCol w="1005840"/>
                <a:gridCol w="12344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Course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Learners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Attend.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Complete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Pass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Effectiveness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Technical Leadership &amp; Communic...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47.9%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N/A/10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25.58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9436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What to notice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94360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8952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Strong completion outcome at 0%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325112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489704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Overall effectiveness score is 25.58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055864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0456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Technical Leadership &amp; Communication has an effectiveness score of 25.58 in the selected scope.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Key findings and implications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31216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79552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 completion outcome at 0%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Completion is calculated as attendance &gt;= 70%; pass rate is tracked separately at 0%.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Learners are completing the required session exposure, and assessment achievement is also healthy.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31216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41908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Overall effectiveness score is 25.58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Attendance 47.9%, pass rate 0%, average score N/A/10.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The selected scope is classified as Not reportable.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46100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9552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Technical Leadership &amp; Communication has an effectiveness score of 25.58 in the selected scope.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46100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41908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1 course group contained learners who need support based on score or attendance policy.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908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1908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traceability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Every narrative claim is backed by validated artifacts before export.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906524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Source availability and required columns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906524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731520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Course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1 selected course(s) are not completed.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76956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Warning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 completeness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076956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1520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Assessment completeness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247388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73736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Feedback completeness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247388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31520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Row-level data quality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Duplicate rows and numeric ranges were checked before metric generation.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Governance and access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Not reportable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SENSITIVE DETAILS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958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Visible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RAW APPENDIX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1850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Allowed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HIGH-PRIORITY FLAGS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0742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10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2788920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294436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99466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600200" y="289864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NORM-01 | High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840480" y="2880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Pass rate is below 70%.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594360" y="3538728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2376" y="3694176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" y="3744468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Medium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1600200" y="364845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NORM-03 | Medium</a:t>
            </a:r>
            <a:endParaRPr lang="en-US" sz="930" dirty="0"/>
          </a:p>
        </p:txBody>
      </p:sp>
      <p:sp>
        <p:nvSpPr>
          <p:cNvPr id="28" name="Text 26"/>
          <p:cNvSpPr/>
          <p:nvPr/>
        </p:nvSpPr>
        <p:spPr>
          <a:xfrm>
            <a:off x="3840480" y="3630168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Attendance rate is below 75%.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594360" y="4288536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2376" y="44439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8952" y="44942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1600200" y="4398264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NORM-05 | High</a:t>
            </a:r>
            <a:endParaRPr lang="en-US" sz="930" dirty="0"/>
          </a:p>
        </p:txBody>
      </p:sp>
      <p:sp>
        <p:nvSpPr>
          <p:cNvPr id="33" name="Text 31"/>
          <p:cNvSpPr/>
          <p:nvPr/>
        </p:nvSpPr>
        <p:spPr>
          <a:xfrm>
            <a:off x="3840480" y="4379976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has zero score or missing assessment.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594360" y="5038344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22376" y="5193792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8952" y="5244084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7" name="Text 35"/>
          <p:cNvSpPr/>
          <p:nvPr/>
        </p:nvSpPr>
        <p:spPr>
          <a:xfrm>
            <a:off x="1600200" y="5148072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NORM-05 | High</a:t>
            </a:r>
            <a:endParaRPr lang="en-US" sz="930" dirty="0"/>
          </a:p>
        </p:txBody>
      </p:sp>
      <p:sp>
        <p:nvSpPr>
          <p:cNvPr id="38" name="Text 36"/>
          <p:cNvSpPr/>
          <p:nvPr/>
        </p:nvSpPr>
        <p:spPr>
          <a:xfrm>
            <a:off x="3840480" y="5129784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has zero score or missing assessment.</a:t>
            </a:r>
            <a:endParaRPr lang="en-US" sz="86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Recommended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9576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11612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211580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Medium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121408" y="11247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Team Manager + L&amp;D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0698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course for content review; notify L&amp;D manager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863840" y="10698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4360" y="1947672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167128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70432" y="214884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2199132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2121408" y="2112264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94760" y="20574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0574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4360" y="2935224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3154680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70432" y="3136392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07008" y="3186684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2121408" y="3099816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94760" y="30449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Block final conclusion; flag data incomplete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7863840" y="30449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3922776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8096" y="4142232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4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170432" y="4123944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07008" y="4174236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2121408" y="4087368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794760" y="403250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Do not publish a final effectiveness conclusion until blocked evidence items are resolved.</a:t>
            </a:r>
            <a:endParaRPr lang="en-US" sz="930" dirty="0"/>
          </a:p>
        </p:txBody>
      </p:sp>
      <p:sp>
        <p:nvSpPr>
          <p:cNvPr id="34" name="Text 32"/>
          <p:cNvSpPr/>
          <p:nvPr/>
        </p:nvSpPr>
        <p:spPr>
          <a:xfrm>
            <a:off x="7863840" y="403250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94360" y="4910328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8096" y="5129784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5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170432" y="5111496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207008" y="5161788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Low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2121408" y="5074920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794760" y="502005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Use this output as a preliminary readiness report and assign owners to missing evidence items.</a:t>
            </a:r>
            <a:endParaRPr lang="en-US" sz="930" dirty="0"/>
          </a:p>
        </p:txBody>
      </p:sp>
      <p:sp>
        <p:nvSpPr>
          <p:cNvPr id="41" name="Text 39"/>
          <p:cNvSpPr/>
          <p:nvPr/>
        </p:nvSpPr>
        <p:spPr>
          <a:xfrm>
            <a:off x="7863840" y="502005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5836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89280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2938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Medium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4124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Team Manager + L&amp;D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4124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course for content review; notify L&amp;D manager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4124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4124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344728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3016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2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8172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1830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363016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3016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63016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63016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623620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1908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3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47064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0722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641908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1908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Block final conclusion; flag data incomplete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41908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41908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31" name="Shape 29"/>
          <p:cNvSpPr/>
          <p:nvPr/>
        </p:nvSpPr>
        <p:spPr>
          <a:xfrm>
            <a:off x="902512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20800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4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1025956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29614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5" name="Text 33"/>
          <p:cNvSpPr/>
          <p:nvPr/>
        </p:nvSpPr>
        <p:spPr>
          <a:xfrm>
            <a:off x="920800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920800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Do not publish a final effectiveness conclusion until blocked evidence items are resolved.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920800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920800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Appendix and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Source traceability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Report ID: rpt_ce2d252a-823c-48dc-8da4-ab820d47cd2c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Dataset ID: ds_085f0b0e47a5e346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Metrics snapshot ID: mx_40cd9022-cce4-4c3d-87e0-c98b39e0dc82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Evidence decision ID: ev_e9764a9c-7bf5-4291-a287-cc9ff7232ead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Governance view ID: gv_fa0201b8-57f9-41eb-9dc5-a03434296841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Role view: L&amp;D Manager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Sensitive details: visible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LLM disclosure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70078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OpenAI gpt-4o-mini enriched narrative fields. Numeric metrics remain deterministic.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Business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Completion rate is calculated from learner attendance &gt;= 70%. Pass rate is calculated independently from assessment pass status.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SETA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- Technical Leadership &amp; Communication</dc:title>
  <dc:subject>Evidence gaps block a final effectiveness conclusion.</dc:subject>
  <dc:creator>SETA L&amp;D Reporting Agent</dc:creator>
  <cp:lastModifiedBy>SETA L&amp;D Reporting Agent</cp:lastModifiedBy>
  <cp:revision>1</cp:revision>
  <dcterms:created xsi:type="dcterms:W3CDTF">2026-06-21T10:16:47Z</dcterms:created>
  <dcterms:modified xsi:type="dcterms:W3CDTF">2026-06-21T10:16:47Z</dcterms:modified>
</cp:coreProperties>
</file>