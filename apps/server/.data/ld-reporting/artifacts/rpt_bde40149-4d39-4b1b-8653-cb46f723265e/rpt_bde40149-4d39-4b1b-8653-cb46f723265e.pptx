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10 trainee-course records. Overall attendance is 96%, completion is 100%, pass rate is 100%, and average score is 7.89/10. Total training hours are 216 and scaled cost is 15. Overall effectiveness classification is Effective. Management interpretation: The training program for the DevOps course has demonstrated high effectiveness, with all trainees successfully completing the course and achieving a perfect pass rate. The overall attendance rate is commendable at 96%, indicating strong engagement. The average score of 7.89 out of 10 reflects solid understanding of the material, while the feedback rating of 4.6 out of 5 suggests high satisfaction among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DevOps Fundamentals: CI/CD, K8s, Monitoring
Learners: 10
Attendance: 96%
Completion: 100%
Pass rate: 100%
Average score: 7.89/10
Effectiveness: 92.28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Maintain the current delivery model and reuse top-performing materials for future cohorts.
Owner: L&amp;D Manager
Outcome: Improve training effectiveness and repeatability.
2. To maintain and enhance the effectiveness of the training program, it is recommended to continue monitoring trainee feedback and performance metrics.
Owner: L&amp;D Manager
Outcome: Improve training effectiveness and repeatability.
3. Consider implementing advanced training techniques or supplementary resources to further elevate the average score and ensure sustained engagement.
Owner: L&amp;D Manager
Outcome: Improve training effectiveness and repeatability.
4. Additionally, exploring opportunities for mentorship roles for high-performing trainees may foster a culture of continuous learning.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DevOps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047857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92.3/100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Effective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533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96%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DevOps | Type full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4:59:31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10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96%, completion is 100%, pass rate is 100%, and average score is 7.89/10.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216 and scaled cost is 15.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Effective.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96%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Effective.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Effective.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96%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4.6/5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216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15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0.0207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9302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96%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DevOps Fundamentals: CI/CD, K8s, Monitoring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441789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96%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92.28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10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7.89/10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92.28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an effectiveness score of 92.28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100%.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92.28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96%, pass rate 100%, average score 7.89/10.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Effective.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an effectiveness score of 92.28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The course has successfully met all key performance indicators, including a 100% completion rate and a 100% pa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Effective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N/A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 NORM flags | N/A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 governance flags triggered.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D1FAE5"/>
          </a:solidFill>
          <a:ln w="12700">
            <a:solidFill>
              <a:srgbClr val="047857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47857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Continue standard monitoring and preserve the validated audit trail.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 active NORM rule requires escalation.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Maintain the current delivery model and reuse top-performing materials for future cohorts.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To maintain and enhance the effectiveness of the training program, it is recommended to continue monitoring trainee feedback and performance metrics.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Consider implementing advanced training techniques or supplementary resources to further elevate the average score and ensure sustained engagement.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Additionally, exploring opportunities for mentorship roles for high-performing trainees may foster a culture of continuous learning.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Maintain the current delivery model and reuse top-performing materials for future cohorts.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To maintain and enhance the effectiveness of the training program, it is recommended to continue monitoring trainee feedback and performance metrics.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Consider implementing advanced training techniques or supplementary resources to further elevate the average score and ensure sustained engagement.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Additionally, exploring opportunities for mentorship roles for high-performing trainees may foster a culture of continuous learning.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rpt_bde40149-4d39-4b1b-8653-cb46f723265e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ds_9c553631964df03b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mx_4148e173-eb2d-4ae5-9a94-21c1aff69676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ev_0bbf9c18-bf8e-4f22-8634-0987b5bdd5c5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gv_949ca669-1c21-41ad-b036-2fce2c687820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DevOps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2026-06-22T09:59:34Z</dcterms:created>
  <dcterms:modified xsi:type="dcterms:W3CDTF">2026-06-22T09:59:34Z</dcterms:modified>
</cp:coreProperties>
</file>