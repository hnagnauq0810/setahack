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completed courses with a high overall attendance rate of 92.9% and a completion rate of 98.3%. However, the overall effectiveness classification is marked as Risk due to a pass rate of 89.8% and an average score of 7.59/10, indicating potential areas for improvement in trainee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9:18:23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rpt_b47739a0-8204-4d42-b315-84d1163e6b6a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ds_d4c04a6a5e67d971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mx_a005c056-f384-4bcb-8c38-ab65b5a160d5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ev_7a95fe5f-4af0-4d91-8c40-bdfb5afce8d4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gv_2c4fe250-1feb-4151-810b-64538d28a361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2026-06-22T14:18:26Z</dcterms:created>
  <dcterms:modified xsi:type="dcterms:W3CDTF">2026-06-22T14:18:26Z</dcterms:modified>
</cp:coreProperties>
</file>