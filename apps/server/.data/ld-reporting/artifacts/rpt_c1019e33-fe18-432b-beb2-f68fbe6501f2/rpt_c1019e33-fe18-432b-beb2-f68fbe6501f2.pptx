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AIAgent_05_2026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2026-Q2 | Course AIAgent_05_2026 | Type full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1:54:13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AI Agent &amp; LLM Application Deve...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90.4%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7.88/10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89.47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the strongest effectiveness score (89.47)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trainee(s) meet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2026-Q2 | Course AIAgent_05_2026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rpt_c1019e33-fe18-432b-beb2-f68fbe6501f2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ds_a32b9a5a6e795091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mx_7ae3a479-19fb-45b3-ab43-81f67242b2aa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ev_1067fd1e-f8f0-4cc6-b402-a25a5414ec44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gv_6c1cf4f6-9be1-46d7-ba81-a4f3e280c646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LLM narrative fallback: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"expected": "array",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"code": "invalid_type",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"path": 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  "insights"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  "message": "Invalid input: expected array, received object"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]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AIAgent_05_2026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2026-06-17T06:54:20Z</dcterms:created>
  <dcterms:modified xsi:type="dcterms:W3CDTF">2026-06-17T06:54:20Z</dcterms:modified>
</cp:coreProperties>
</file>