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 Management interpretation: The course 'Leadership_06_2026' is currently in progress, with an attendance rate of 47.9% and no completions or pass rates recorded. The effectiveness conclusion is blocked due to incomplete evidence, specifically the course not being completed and missing attendance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Increase Technical Leadership &amp; Communication pass rate from 0% to at least 80% (+80 percentage points) in the next cohort.
2. Mark as Incomplete; recommend re-enrollment in next cohort
Owner: L&amp;D Manager
Outcome: Reduce incomplete or missing-assessment learner records from 8 to 0 before the next cohort closes.
3. Do not publish a final effectiveness conclusion until blocked evidence items are resolved.
Owner: L&amp;D Manager
Outcome: Reduce Evidence Gate blockers from 1 to 0 and move report readiness from BLOCKED to PASS before publication.
4. Once the course is completed, a thorough analysis should be conducted to assess its effectiveness and make any necessary adjustments.
Owner: L&amp;D Manager
Outcome: Increase overall effectiveness score from 25.58/100 to at least 85/100 (+59.42 points)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1:31:57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54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54096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4164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Once the course is completed, a thorough analysis should be conducted to assess its effectiveness and make any necessary adjustments.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4164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Increase overall effectiveness score from 25.58/100 to at least 85/100 (+59.42 points)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Technical Leadership &amp; Communication pass rate from 0% to at least 80% (+80 percentage points)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8 to 0 before the next cohort closes.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Evidence Gate blockers from 1 to 0 and move report readiness from BLOCKED to PASS before publication.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35808"/>
            <a:ext cx="212369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Once the course is completed, a thorough analysis should be conducted to assess its effectiveness and make any necessary adjustments.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187952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443984"/>
            <a:ext cx="21236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Increase overall effectiveness score from 25.58/100 to at least 85/100 (+59.42 points)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rpt_d9edc543-6d2e-4d73-9a9e-9f2d8da0f050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ds_cea796e97b9e441c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mx_ed74a93b-c90c-4f31-9148-1a7ebea3cfa8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ev_ae6d7e50-4358-4461-a037-56158b84a48e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gv_39146733-c4b2-4e8c-a7b7-7d1b58c337d9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2026-06-22T18:32:01Z</dcterms:created>
  <dcterms:modified xsi:type="dcterms:W3CDTF">2026-06-22T18:32:01Z</dcterms:modified>
</cp:coreProperties>
</file>