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program for the AI Agent &amp; LLM Application Development course has achieved a high completion rate of 100% and a solid attendance rate of 90.4%. However, the overall effectiveness classification is marked as Risk due to the presence of at least one trainee who requires additional support, as indicated by the norm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the course content may be beneficial to ensure it meets the diverse needs of all trainees.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11:18:03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the course content may be beneficial to ensure it meets the diverse needs of all trainees.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the course content may be beneficial to ensure it meets the diverse needs of all trainees.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rpt_1426465f-ac06-47a8-939b-4b058d242aed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ds_571ce047a32c42ae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mx_19cedc15-a7fe-44f9-957a-2865597a4ebe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ev_49aa71d7-8530-4d5f-8828-92db7dec7f44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gv_91ae813b-5f39-4d28-b2b2-22c35da85a1a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2026-06-22T16:18:08Z</dcterms:created>
  <dcterms:modified xsi:type="dcterms:W3CDTF">2026-06-22T16:18:08Z</dcterms:modified>
</cp:coreProperties>
</file>