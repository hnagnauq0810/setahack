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6:58:24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courses with a high overall attendance rate of 92.9% and a completion rate of 98.3%. However, the overall effectiveness classification is marked as Risk due to a pass rate of 89.8%, indicating potential issues with learner understanding and retention in certain areas.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identified risks and improve overall pass rates.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rpt_3e6a0296-e775-4aed-af03-83fe4839eb40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ds_ccf91b1cc6d74e49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mx_f159bbcc-8ee0-4aa9-98ac-4b43a33ac411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ev_b0b95eb3-7324-4ad9-9fd0-5bd05d4d56b8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gv_11fe9bf2-e242-4464-b211-30f535e7ad32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2026-06-21T11:58:32Z</dcterms:created>
  <dcterms:modified xsi:type="dcterms:W3CDTF">2026-06-21T11:58:32Z</dcterms:modified>
</cp:coreProperties>
</file>