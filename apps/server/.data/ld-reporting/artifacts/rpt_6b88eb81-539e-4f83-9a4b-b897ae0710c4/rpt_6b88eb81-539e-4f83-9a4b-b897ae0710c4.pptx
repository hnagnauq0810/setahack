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12 trainee-course records. Overall attendance is 93.3%, completion is 100%, pass rate is 83.3%, and average score is 7.32/10. Total training hours are 224 and scaled cost is 11. Overall effectiveness classification is Risk. Management interpretation: The training course 'AWS Cloud Architecture &amp; Services' has been completed with a high attendance rate of 93.3% and a completion rate of 100%. However, the overall pass rate of 83.3% indicates that a portion of trainees did not meet the expected performance standards, leading to a classification of Risk for overall effectiveness.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AWS Cloud Architecture &amp; Services
Learners: 12
Attendance: 93.3%
Completion: 100%
Pass rate: 83.3%
Average score: 7.32/10
Effectiveness: 85.76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Additionally, a review of course content may be warranted to address the performance gaps indicated by the pass rate.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AWS Cloud Architecture &amp; Services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85.8/100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23762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93.3%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14034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83.3%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CloudAWS_03_2026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10:20:29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12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93.3%, completion is 100%, pass rate is 83.3%, and average score is 7.32/10.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224 and scaled cost is 11.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4.71/5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224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11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2290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93.3%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1632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83.3%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2709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AWS Cloud Architecture &amp; Services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31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93.3%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854178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83.3%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85.76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12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7.32/10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85.76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83.3%.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85.76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93.3%, pass rate 83.3%, average score 7.32/10.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a review of course content may be warranted to address the performance gaps indicated by the pass rate.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a review of course content may be warranted to address the performance gaps indicated by the pass rate.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rpt_6b88eb81-539e-4f83-9a4b-b897ae0710c4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ds_c2fe0a0ca11171e0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mx_1b0d51ee-8f44-4095-80af-94fcbeb8d910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ev_bbb63090-f7d7-4435-b135-c7e434747679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gv_1521e668-3471-4da6-b67c-19aeba6cf3d8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AWS Cloud Architecture &amp; Services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2026-06-22T15:20:33Z</dcterms:created>
  <dcterms:modified xsi:type="dcterms:W3CDTF">2026-06-22T15:20:33Z</dcterms:modified>
</cp:coreProperties>
</file>