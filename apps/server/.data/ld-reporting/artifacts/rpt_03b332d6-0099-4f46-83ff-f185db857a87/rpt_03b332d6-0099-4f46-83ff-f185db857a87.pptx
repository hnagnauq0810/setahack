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2026-Q2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2:25:55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2 completed course(s), and 38 trainee-course records. Overall attendance is 81.4%, completion is 73.7%, pass rate is 68.4%, and average score is 7.56/10. Total training hours are 406.5 and scaled cost is 20.4. Final effectiveness conclusion is blocked because required evidence is incomplete or course status is not completed. Management interpretation: The training program for the second quarter of 2026 includes three courses, with two completed and one still in progress. Overall attendance stands at 81.4%, while completion and pass rates are at 73.7% and 68.4%, respectively. The average score across all courses is 7.56 out of 10, indicating a generally positive performance. However, the effectiveness conclusion is blocked due to incomplete evidence, particularly concerning the in-progress course and inconsistencies in scoring.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81.4%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73.7%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68.4%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7.56/10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81.4%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73.7%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68.4%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7.56/10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4.74/5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406.5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20.4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0.0522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Golang Backend Development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88.2%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82.4%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7.31/10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82.52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73.7%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65.86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the strongest effectiveness score (89.47)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73.7%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68.4%.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65.86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81.4%, pass rate 68.4%, average score 7.56/10.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the strongest effectiveness score (89.47)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needs attention with effectiveness score 25.58, attendance 47.9%, and pas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18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NORM-04 | Medium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passed with low attendance.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Verify with trainer before report generation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Verify with trainer before report generation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rpt_03b332d6-0099-4f46-83ff-f185db857a87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ds_47b71e828a6d7a8d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mx_72fae422-b35b-4647-bc93-32e4d022f982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ev_71ef2553-bae9-4a89-bd5f-59edf6276160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gv_8c53ea34-083a-4ad8-bed9-ba9191e9aca5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- 2026-Q2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2026-06-17T07:26:00Z</dcterms:created>
  <dcterms:modified xsi:type="dcterms:W3CDTF">2026-06-17T07:26:00Z</dcterms:modified>
</cp:coreProperties>
</file>