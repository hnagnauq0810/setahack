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 | Type full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6/19/2026, 7:04:31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rpt_9fa20e0d-02f0-4c6a-9faf-afb7205c93e4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ds_e0ddcf56f4164b43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mx_3d03ea62-a4cf-4e1c-ae5c-6ae0856003b7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ev_8be915ca-b710-4c32-b7b8-0211fd1871c5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gv_3934bbeb-605e-462a-b539-0cb3007e53ac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LLM narrative fallback: OpenAI quota exhausted for the configured API key (insufficient_quota). Check billing, project budget, or use another key.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2026-06-19T00:04:33Z</dcterms:created>
  <dcterms:modified xsi:type="dcterms:W3CDTF">2026-06-19T00:04:33Z</dcterms:modified>
</cp:coreProperties>
</file>