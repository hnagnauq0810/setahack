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2026-Q2 | Course AIAgent_05_2026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2:24:53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achieved a completion rate of 100% with an overall attendance rate of 90.4%. The pass rate stands at 92.3%, and the average score is 7.88 out of 10. Despite these positive metrics, the overall effectiveness classification is marked as Risk, indicating potential areas for improvement.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reviewing course content and delivery methods to address the effectiveness classification and ensure that all trainees achieve a satisfactory understanding of the material.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consider reviewing course content and delivery methods to address the effectiveness classification and ensure that all trainees achieve a satisfactory understanding of the material.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rpt_98e32907-b73c-41d6-bfa8-251d77b345fb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ds_3065b5a5d8c25adf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mx_824f0aaa-ada6-4896-b08b-772acd9b5236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ev_ebadca0c-9b2c-4816-8579-1331861a6b5a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gv_00d40c5e-20ed-47cd-80c9-d5784a16f22b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2026-06-17T07:24:57Z</dcterms:created>
  <dcterms:modified xsi:type="dcterms:W3CDTF">2026-06-17T07:24:57Z</dcterms:modified>
</cp:coreProperties>
</file>