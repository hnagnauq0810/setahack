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2026-Q1</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Shape 5"/>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Passed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Period 2026-Q1</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6/17/2026, 2:15:40 PM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Training effectiveness is strong with validated evidence.</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3 course(s), 3 completed course(s), and 59 trainee-course records. Overall attendance is 92.9%, completion is 98.3%, pass rate is 89.8%, and average score is 7.59/10. Total training hours are 848 and scaled cost is 32. Overall effectiveness classification is Risk. Management interpretation: The training program for Q1 2026 included three completed courses with a total of 59 trainees. The overall attendance rate was 92.9%, and the completion rate reached 98.3%. However, the pass rate of 89.8% indicates some challenges in trainee performance, particularly in the Automation Testing course, which has been flagged for individual support needs. The overall effectiveness classification is categorized as Risk, suggesting that while attendance and completion are high, the effectiveness of the training could be improved.</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Teams, OneDrive, Forms, KPI, Rules and Template sheets were mapped to simulated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assessment/pass-status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848</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32</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0.0683</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Automation Testing with Playwri...</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37</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91.9%</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97.3%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89.2%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7.59/10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86.66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DevOps Fundamentals: CI/CD, K8s...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7.89/10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92.28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AWS Cloud Architecture &amp; Servic...</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7.32/10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85.76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D1FAE5"/>
          </a:solidFill>
          <a:ln w="12700">
            <a:solidFill>
              <a:srgbClr val="D1FAE5"/>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98.3%</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88.23</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the strongest effectiveness score (92.28) in the selected scop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98.3%</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89.8%.</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88.23</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92.9%, pass rate 89.8%, average score 7.59/10.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the strongest effectiveness score (92.28) in the selected scop</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AWS Cloud Architecture &amp; Services needs attention with effectiveness score 85.76, attendance 93.3%, and pass r</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Teams, OneDrive, Forms, KPI, Rules and Template sheets were mapped to simulated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assessment/pass-status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Consistency: course ID, trainee ID, period</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Cross-source course IDs and pass-status logic were checked against the catalog.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7</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8952" y="3744468"/>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9427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244084"/>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74236"/>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FEE2E2"/>
          </a:solidFill>
          <a:ln w="12700">
            <a:solidFill>
              <a:srgbClr val="FEE2E2"/>
            </a:solidFill>
            <a:prstDash val="solid"/>
          </a:ln>
        </p:spPr>
      </p:sp>
      <p:sp>
        <p:nvSpPr>
          <p:cNvPr id="38" name="Text 36"/>
          <p:cNvSpPr/>
          <p:nvPr/>
        </p:nvSpPr>
        <p:spPr>
          <a:xfrm>
            <a:off x="1207008" y="5161788"/>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Team Manager + L&amp;D</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Create a coaching plan for support-needed learners and review attendance issues with direct managers.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31" name="Shape 29"/>
          <p:cNvSpPr/>
          <p:nvPr/>
        </p:nvSpPr>
        <p:spPr>
          <a:xfrm>
            <a:off x="9025128" y="1234440"/>
            <a:ext cx="2331720" cy="4251960"/>
          </a:xfrm>
          <a:prstGeom prst="roundRect">
            <a:avLst>
              <a:gd name="adj" fmla="val 3137"/>
            </a:avLst>
          </a:prstGeom>
          <a:solidFill>
            <a:srgbClr val="FFFFFF"/>
          </a:solidFill>
          <a:ln w="12700">
            <a:solidFill>
              <a:srgbClr val="CBD5E1"/>
            </a:solidFill>
            <a:prstDash val="solid"/>
          </a:ln>
        </p:spPr>
      </p:sp>
      <p:sp>
        <p:nvSpPr>
          <p:cNvPr id="32" name="Text 30"/>
          <p:cNvSpPr/>
          <p:nvPr/>
        </p:nvSpPr>
        <p:spPr>
          <a:xfrm>
            <a:off x="9208008" y="1508760"/>
            <a:ext cx="1005840" cy="201168"/>
          </a:xfrm>
          <a:prstGeom prst="rect">
            <a:avLst/>
          </a:prstGeom>
          <a:noFill/>
          <a:ln/>
        </p:spPr>
        <p:txBody>
          <a:bodyPr wrap="square" rtlCol="0" anchor="ctr"/>
          <a:lstStyle/>
          <a:p>
            <a:pPr indent="0" marL="0">
              <a:buNone/>
            </a:pPr>
            <a:r>
              <a:rPr lang="en-US" sz="1000" b="1" dirty="0">
                <a:solidFill>
                  <a:srgbClr val="64748B"/>
                </a:solidFill>
              </a:rPr>
              <a:t>Step 4</a:t>
            </a:r>
            <a:endParaRPr lang="en-US" sz="1000" dirty="0"/>
          </a:p>
        </p:txBody>
      </p:sp>
      <p:sp>
        <p:nvSpPr>
          <p:cNvPr id="33" name="Shape 31"/>
          <p:cNvSpPr/>
          <p:nvPr/>
        </p:nvSpPr>
        <p:spPr>
          <a:xfrm>
            <a:off x="10259568" y="1481328"/>
            <a:ext cx="777240" cy="256032"/>
          </a:xfrm>
          <a:prstGeom prst="roundRect">
            <a:avLst>
              <a:gd name="adj" fmla="val 28571"/>
            </a:avLst>
          </a:prstGeom>
          <a:solidFill>
            <a:srgbClr val="FEE2E2"/>
          </a:solidFill>
          <a:ln w="12700">
            <a:solidFill>
              <a:srgbClr val="FEE2E2"/>
            </a:solidFill>
            <a:prstDash val="solid"/>
          </a:ln>
        </p:spPr>
      </p:sp>
      <p:sp>
        <p:nvSpPr>
          <p:cNvPr id="34" name="Text 32"/>
          <p:cNvSpPr/>
          <p:nvPr/>
        </p:nvSpPr>
        <p:spPr>
          <a:xfrm>
            <a:off x="1029614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5" name="Text 33"/>
          <p:cNvSpPr/>
          <p:nvPr/>
        </p:nvSpPr>
        <p:spPr>
          <a:xfrm>
            <a:off x="920800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36" name="Text 34"/>
          <p:cNvSpPr/>
          <p:nvPr/>
        </p:nvSpPr>
        <p:spPr>
          <a:xfrm>
            <a:off x="920800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37" name="Text 35"/>
          <p:cNvSpPr/>
          <p:nvPr/>
        </p:nvSpPr>
        <p:spPr>
          <a:xfrm>
            <a:off x="920800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8" name="Text 36"/>
          <p:cNvSpPr/>
          <p:nvPr/>
        </p:nvSpPr>
        <p:spPr>
          <a:xfrm>
            <a:off x="920800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rpt_6276182c-3142-4c55-94cf-48e0698b213c</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ds_4328155faaf3dc2a</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mx_678807f7-cdde-4558-8fe4-f039fd13da3f</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ev_833940b7-31ff-4760-a55e-3fd06cb71e64</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gv_428089f6-07f5-44a5-b0f8-adbf1d4fdc54</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2026-Q1</dc:title>
  <dc:subject>Training effectiveness is strong with validated evidence.</dc:subject>
  <dc:creator>SETA L&amp;D Reporting Agent</dc:creator>
  <cp:lastModifiedBy>SETA L&amp;D Reporting Agent</cp:lastModifiedBy>
  <cp:revision>1</cp:revision>
  <dcterms:created xsi:type="dcterms:W3CDTF">2026-06-17T07:15:45Z</dcterms:created>
  <dcterms:modified xsi:type="dcterms:W3CDTF">2026-06-17T07:15:45Z</dcterms:modified>
</cp:coreProperties>
</file>