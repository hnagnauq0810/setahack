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 Management interpretation: The training program for Q1 2026 included three completed courses with a high overall attendance rate of 92.9% and a completion rate of 98.3%. However, the overall effectiveness classification is marked as Risk due to a pass rate of 89.8% and an average score of 7.59/10, indicating potential areas for improvement in learner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Finalized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Board of Directors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 | Type full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6/19/2026, 6:48:34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Finalized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Finalized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Finalized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Finalized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Finalized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Finalized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Finalized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Finalized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Finalized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Masked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Restricted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Finalized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Additionally, a review of course content and delivery methods for the lower-performing courses should be conducted to identify opportunities for improvement.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Finalized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Finalized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rpt_0c0cd3b6-db1d-4897-8604-659f10d17ab0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ds_d346baa121ae4ca3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mx_e4de3835-12be-417c-9c87-216d13be2596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ev_352eca54-22cc-4877-a509-5581b0ffe68e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gv_5ed6eefa-af15-4a0c-9ff3-7c8ee193a443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Board of Directors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masked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2026-06-22T03:15:19Z</dcterms:created>
  <dcterms:modified xsi:type="dcterms:W3CDTF">2026-06-22T03:15:19Z</dcterms:modified>
</cp:coreProperties>
</file>