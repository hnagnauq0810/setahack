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6/19/2026, 7:09:14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courses, all of which were completed by a total of 59 trainees. The overall attendance rate was 92.9%, with a high completion rate of 98.3%. However, the pass rate of 89.8% indicates that some trainees did not meet the required performance standards, leading to an overall effectiveness classification of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course content and delivery methods should be conducted to address the low pass rates and ensure that all trainees achieve the desired learning outcomes.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rpt_d245ec03-c949-4409-a1d4-6becbe17eeb0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ds_953de20e74c481f4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mx_3c6b6bfa-24b2-4b72-a5e5-e1ecbd87cc3c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ev_1002fbc5-9b57-44e2-bcb1-9dbd3cbfa08e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gv_589807e4-0cde-4140-b23d-bb54614176d3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2026-06-19T00:09:20Z</dcterms:created>
  <dcterms:modified xsi:type="dcterms:W3CDTF">2026-06-19T00:09:20Z</dcterms:modified>
</cp:coreProperties>
</file>