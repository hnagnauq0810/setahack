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2026-Q2 | 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1:54:01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trainee(s) meet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rpt_9276e1da-824d-4170-b1e0-129c1a198fa9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ds_0a40b7c3ab7e93d0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mx_4674dfca-0946-44ee-bbc6-488391f8d240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ev_d5c93e69-823d-4760-8b70-31b22879b5d2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gv_fed6192b-ab82-40d3-90e2-3accc6395ac3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"expected": "array",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"code": "invalid_type",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"path":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  "insights"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"message": "Invalid input: expected array, received object"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]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2026-06-17T06:54:06Z</dcterms:created>
  <dcterms:modified xsi:type="dcterms:W3CDTF">2026-06-17T06:54:06Z</dcterms:modified>
</cp:coreProperties>
</file>