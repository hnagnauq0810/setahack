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2:19:07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achieved a completion rate of 100% with a pass rate of 92.3%. However, the overall effectiveness classification is marked as Risk, indicating potential concerns that need to be addressed despite high completion metrics.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content may be beneficial to address the overall effectiveness classification marked as Risk, ensuring that all trainees achieve the desired learning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the course content may be beneficial to address the overall effectiveness classification marked as Risk, ensuring that all trainees achieve the desired learning outcomes.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rpt_d1b2074a-6efc-48b9-83eb-847796f1cab0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ds_3d2bd217f2adb5f8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mx_ec0e71ba-05a7-4c9c-bd71-681112af58d8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ev_22228072-65bd-4923-9de1-fa542cc3ed1c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gv_9dfdd697-4fa3-4a17-b66e-d39f415b803d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2026-06-17T07:19:11Z</dcterms:created>
  <dcterms:modified xsi:type="dcterms:W3CDTF">2026-06-17T07:19:11Z</dcterms:modified>
</cp:coreProperties>
</file>