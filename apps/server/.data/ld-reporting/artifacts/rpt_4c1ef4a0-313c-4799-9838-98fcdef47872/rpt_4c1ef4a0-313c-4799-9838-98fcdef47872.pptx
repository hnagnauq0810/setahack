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1:56:43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rpt_4c1ef4a0-313c-4799-9838-98fcdef47872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ds_06c65c6bec6c8a7d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mx_0c9ec703-ce50-4c1f-ae62-46d35432b8db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ev_d175293e-018d-471a-8cf6-b5f926c8318d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gv_04e6ab72-f4c4-411b-a09d-ad4344b92b89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"expected": "array",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"code": "invalid_type",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"path":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  "insights"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"message": "Invalid input: expected array, received object"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]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2026-06-17T06:56:52Z</dcterms:created>
  <dcterms:modified xsi:type="dcterms:W3CDTF">2026-06-17T06:56:52Z</dcterms:modified>
</cp:coreProperties>
</file>