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2:16:41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been completed with a total of 13 trainees. The overall attendance rate stands at 90.4%, and the course has achieved a 100% completion rate. The pass rate is 92.3%, with an average score of 7.88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trainee(s) meet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To enhance the effectiveness of the training program, it is recommended to provide 1:1 coaching for the identified at-risk trainee and to assign a buddy or additional practice resources.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content may be beneficial to ensure it meets the needs of all trainees, particularly those struggling to meet the pass threshold.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To enhance the effectiveness of the training program, it is recommended to provide 1:1 coaching for the identified at-risk trainee and to assign a buddy or additional practice resources.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rpt_9c92389b-54df-40f2-adf2-993a258b2c36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ds_28e61fe52e2cb74c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mx_d00ef8e6-4a39-451a-a5f3-809225115179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ev_ac192152-c35f-4bc5-9c7a-09cce139185b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gv_3060760f-7dfb-4e97-bba4-22d17e3e5a79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2026-06-17T07:16:46Z</dcterms:created>
  <dcterms:modified xsi:type="dcterms:W3CDTF">2026-06-17T07:16:46Z</dcterms:modified>
</cp:coreProperties>
</file>