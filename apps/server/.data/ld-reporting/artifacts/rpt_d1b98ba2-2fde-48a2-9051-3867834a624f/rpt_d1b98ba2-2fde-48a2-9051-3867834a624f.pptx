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course 'AWS Cloud Architecture &amp; Services' has achieved a completion rate of 100% with an overall attendance rate of 93.3%. However, the pass rate of 83.3% indicates that a portion of trainees did not meet the expected performance standards, leading to an overall effectiveness classification of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Additionally, a review of course content may be warranted to enhance overall effectiveness and address the identified risk classification.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AWS Cloud Architecture &amp; Services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CloudAWS_03_2026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10:25:16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course content may be warranted to enhance overall effectiveness and address the identified risk classification.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a review of course content may be warranted to enhance overall effectiveness and address the identified risk classification.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rpt_d1b98ba2-2fde-48a2-9051-3867834a624f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ds_458dd583170d2c5f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mx_09e69097-0702-41b0-8dae-f541ed18b203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ev_5446069c-64b7-4f2d-ae4d-c299b549367b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gv_435a8553-100b-4d23-bbd8-8457943ec2d0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AWS Cloud Architecture &amp; Services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2026-06-22T15:25:21Z</dcterms:created>
  <dcterms:modified xsi:type="dcterms:W3CDTF">2026-06-22T15:25:21Z</dcterms:modified>
</cp:coreProperties>
</file>