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6:48:40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achieved a completion rate of 100% with a high attendance rate of 90.4%. The overall pass rate stands at 92.3%, and the average score is 7.88 out of 10. Despite these positive metrics, the overall effectiveness classification is marked as Risk,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trainees achieve optimal learning outcomes.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trainees achieve optimal learning outcomes.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rpt_d02727dc-7d2b-4d59-ba48-bee15e4a61c0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ds_a111a1d4e5e35c95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mx_164e406e-f663-4d36-aca0-a571182c1772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ev_b60d097b-07d2-4520-a2b3-785ab8f695a5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gv_586cc5f1-5cd4-498e-8cd6-c83bb47eec14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2026-06-21T11:48:43Z</dcterms:created>
  <dcterms:modified xsi:type="dcterms:W3CDTF">2026-06-21T11:48:43Z</dcterms:modified>
</cp:coreProperties>
</file>