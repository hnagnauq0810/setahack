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2:01:12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rpt_1c86ae63-f223-4f62-81aa-76e067001af9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ds_e84dd579f450d54b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mx_474c809d-b0a3-42a3-95bc-5a5ffc5bdd9c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ev_965f44a4-9d2b-4c93-b5f4-f85d747d44ee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gv_17a7ab83-6ecd-4aa7-9375-cd4c730bf275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2026-06-18T07:01:14Z</dcterms:created>
  <dcterms:modified xsi:type="dcterms:W3CDTF">2026-06-18T07:01:14Z</dcterms:modified>
</cp:coreProperties>
</file>