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10 trainee-course records. Overall attendance is 96%, completion is 100%, pass rate is 100%, and average score is 7.89/10. Total training hours are 216 and scaled cost is 15. Overall effectiveness classification is Effective. Management interpretation: The training course 'DevOps Fundamentals: CI/CD, K8s, Monitoring' has demonstrated high effectiveness, achieving a 100% completion and pass rate, with an overall attendance rate of 96%. The average score of 7.89 out of 10 and a feedback rating of 4.6 out of 5 further indicate strong trainee engagement and satisfaction. The total training hours amounted to 216, with a scaled cost of 15, resulting in an effectiveness score of 92.28.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DevOps Fundamentals: CI/CD, K8s, Monitoring
Learners: 10
Attendance: 96%
Completion: 100%
Pass rate: 100%
Average score: 7.89/10
Effectiveness: 92.28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Maintain the current delivery model and reuse top-performing materials for future cohorts.
Owner: L&amp;D Manager
Outcome: Improve training effectiveness and repeatability.
2. To maintain and enhance the effectiveness of this training program, it is recommended to continue monitoring trainee feedback and performance metrics.
Owner: L&amp;D Manager
Outcome: Improve training effectiveness and repeatability.
3. Consider implementing additional advanced modules or follow-up sessions to further deepen the knowledge gained from this course.
Owner: L&amp;D Manager
Outcome: Improve training effectiveness and repeatability.
4. Additionally, leveraging the high engagement levels to promote mentorship opportunities could benefit both high-performing trainees and the organization.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DevOps Fundamentals: CI/CD, K8s, Monitoring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047857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92.3/100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Effective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53389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96%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DevOps_02_2026 | Type full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10:53:28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DevOps_02_2026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10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96%, completion is 100%, pass rate is 100%, and average score is 7.89/10.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216 and scaled cost is 15.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Effective.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96%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DevOps_02_2026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Effective.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Effective.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DevOps_02_2026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96%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4.6/5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216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15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0.0207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DevOps_02_2026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9302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96%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DevOps_02_2026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DevOps Fundamentals: CI/CD, K8s, Monitoring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441789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96%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92.28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10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7.89/10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92.28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an effectiveness score of 92.28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DevOps_02_2026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100%.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92.28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96%, pass rate 100%, average score 7.89/10.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Effective.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an effectiveness score of 92.28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The course has successfully met all key performance indicators, including attendance, completion, and assessme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DevOps_02_2026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DevOps_02_2026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Effective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N/A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 NORM flags | N/A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 governance flags triggered.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D1FAE5"/>
          </a:solidFill>
          <a:ln w="12700">
            <a:solidFill>
              <a:srgbClr val="047857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47857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Continue standard monitoring and preserve the validated audit trail.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 active NORM rule requires escalation.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DevOps_02_2026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Maintain the current delivery model and reuse top-performing materials for future cohorts.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To maintain and enhance the effectiveness of this training program, it is recommended to continue monitoring trainee feedback and performance metrics.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Consider implementing additional advanced modules or follow-up sessions to further deepen the knowledge gained from this course.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Additionally, leveraging the high engagement levels to promote mentorship opportunities could benefit both high-performing trainees and the organization.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DevOps_02_2026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Maintain the current delivery model and reuse top-performing materials for future cohorts.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To maintain and enhance the effectiveness of this training program, it is recommended to continue monitoring trainee feedback and performance metrics.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Consider implementing additional advanced modules or follow-up sessions to further deepen the knowledge gained from this course.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Additionally, leveraging the high engagement levels to promote mentorship opportunities could benefit both high-performing trainees and the organization.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DevOps_02_2026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rpt_1880da81-19a3-46ba-a31f-abf5c5c2d206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ds_75acc4584a358ba1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mx_174abd66-1660-402c-bb52-0717c0409010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ev_944a8330-dc03-4191-85da-46cd4f0e7ae9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gv_b6b60959-a012-48d1-a787-88309afd8e68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DevOps Fundamentals: CI/CD, K8s, Monitoring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2026-06-22T03:53:34Z</dcterms:created>
  <dcterms:modified xsi:type="dcterms:W3CDTF">2026-06-22T03:53:34Z</dcterms:modified>
</cp:coreProperties>
</file>