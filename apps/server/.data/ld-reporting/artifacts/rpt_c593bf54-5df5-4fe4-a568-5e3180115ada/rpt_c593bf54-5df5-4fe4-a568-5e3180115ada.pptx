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2:22:51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achieved a completion rate of 100% with a high attendance rate of 90.4%. Despite these positive metrics, the overall effectiveness classification is marked as Risk due to the average score of 7.88/10 and a pass rate of 92.3%, indicating potential areas for improvement in trainee performance and engagement.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Furthermore, a review of the course content may be warranted to identify areas for improvement that could elevate the average scores and overall trainee performance.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Furthermore, a review of the course content may be warranted to identify areas for improvement that could elevate the average scores and overall trainee performance.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rpt_c593bf54-5df5-4fe4-a568-5e3180115ada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ds_a114c80b1cbe5229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mx_7af5a93b-a3bb-4cc8-bb4f-0cff27bdc4d4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ev_1c528fde-0d8c-4cd2-8457-2b2dd75daf12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gv_9a702533-f802-4408-ba31-4c402d380a77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2026-06-17T07:22:55Z</dcterms:created>
  <dcterms:modified xsi:type="dcterms:W3CDTF">2026-06-17T07:22:55Z</dcterms:modified>
</cp:coreProperties>
</file>