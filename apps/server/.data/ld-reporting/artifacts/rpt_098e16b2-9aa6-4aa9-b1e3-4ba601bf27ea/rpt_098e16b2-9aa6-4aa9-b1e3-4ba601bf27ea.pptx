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program for the AWS Cloud Architecture &amp; Services course has achieved a high attendance rate of 93.3% and a completion rate of 100%. However, the pass rate of 83.3% indicates that a portion of trainees did not meet the expected performance threshold, classifying the overall effectiveness as Risk. The average score of 7.32/10 and a feedback rating of 4.71/5 suggest that while trainees found value in the course, there are areas for improvement, particularly for those requiring additional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a review of course content and delivery methods should be conducted to address the areas where trainees struggled, ensuring that future cohorts achieve higher pass rates and overall effectiveness.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10:40:08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a review of course content and delivery methods should be conducted to address the areas where trainees struggled, ensuring that future cohorts achieve higher pass rates and overall effectiveness.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a review of course content and delivery methods should be conducted to address the areas where trainees struggled, ensuring that future cohorts achieve higher pass rates and overall effectiveness.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rpt_098e16b2-9aa6-4aa9-b1e3-4ba601bf27ea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ds_cea4a2b3994d2052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mx_07df58ac-f6ee-4bc0-95c9-b9211933ca97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ev_4dcb8798-1da9-4fb5-b534-66c48241e53b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gv_277cea64-fc12-433e-954c-2c579bd224dd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2026-06-22T15:40:12Z</dcterms:created>
  <dcterms:modified xsi:type="dcterms:W3CDTF">2026-06-22T15:40:12Z</dcterms:modified>
</cp:coreProperties>
</file>