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2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12 trainee-course records. Overall attendance is 93.3%, completion is 100%, pass rate is 83.3%, and average score is 7.32/10. Total training hours are 224 and scaled cost is 11. Overall effectiveness classification is Risk. Management interpretation: The training course 'AWS Cloud Architecture &amp; Services' has achieved a completion rate of 100% with an overall attendance rate of 93.3%. However, the pass rate of 83.3% indicates that a portion of trainees did not meet the expected performance standards, leading to a classification of Risk for overall effectiveness. The average score of 7.32/10 and feedback rating of 4.71/5 suggest positive reception, yet the effectiveness score of 85.76 indicates room for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AWS Cloud Architecture &amp; Services
Learners: 12
Attendance: 93.3%
Completion: 100%
Pass rate: 83.3%
Average score: 7.32/10
Effectiveness: 85.76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Furthermore, a review of course content may be beneficial to address the performance gaps indicated by the pass rate and to ensure that all trainees can achieve the desired learning outcomes.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loudAWS_03_2026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85.8/100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23762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93.3%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14034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83.3%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loudAWS_03_2026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10:50:50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12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93.3%, completion is 100%, pass rate is 83.3%, and average score is 7.32/10.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224 and scaled cost is 11.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93.3%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83.3%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7.32/10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93.3%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83.3%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7.32/10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4.71/5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224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11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0.024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2290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93.3%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16321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83.3%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27098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2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AWS Cloud Architecture &amp; Services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31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93.3%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854178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83.3%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85.76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12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7.32/10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85.76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AWS Cloud Architecture &amp; Services has an effectiveness score of 85.76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83.3%.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85.76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93.3%, pass rate 83.3%, average score 7.32/10.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has an effectiveness score of 85.76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Furthermore, a review of course content may be beneficial to address the performance gaps indicated by the pass rate and to ensure that all trainees can achieve the desired learning outcomes.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Furthermore, a review of course content may be beneficial to address the performance gaps indicated by the pass rate and to ensure that all trainees can achieve the desired learning outcomes.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rpt_76ed8b93-2916-4ede-aff2-648a6eb766a9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ds_7b5f9e8b14f4c060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mx_8b9d0724-f2ac-4f59-97a8-56e4bba78aa1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ev_fee5ce31-7c76-4e02-b93c-b8c12f028551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gv_1449e82c-78d9-4376-ad96-6bb81a28a2d3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loudAWS_03_2026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2026-06-22T03:50:56Z</dcterms:created>
  <dcterms:modified xsi:type="dcterms:W3CDTF">2026-06-22T03:50:56Z</dcterms:modified>
</cp:coreProperties>
</file>