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2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12 trainee-course records. Overall attendance is 93.3%, completion is 100%, pass rate is 83.3%, and average score is 7.32/10. Total training hours are 224 and scaled cost is 11. Overall effectiveness classification is Risk. Management interpretation: The training course 'AWS Cloud Architecture &amp; Services' has achieved a high completion rate of 100% and an attendance rate of 93.3%. However, the pass rate of 83.3% indicates that a portion of trainees did not meet the expected performance threshold, leading to an overall effectiveness classification of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AWS Cloud Architecture &amp; Services
Learners: 12
Attendance: 93.3%
Completion: 100%
Pass rate: 83.3%
Average score: 7.32/10
Effectiveness: 85.76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Assign a coaching owner, buddy support, and targeted practice resources for the flagged learner.
Owner: L&amp;D Manager
Outcome: Improve learner recovery and reduce support-needed cases.
3. Additionally, maintaining high engagement strategies may help improve the pass rate in future iterations.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AWS Cloud Architecture &amp; Services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85.8/100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23762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93.3%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14034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83.3%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CloudAWS_03_2026 | Type full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5:29:02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12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93.3%, completion is 100%, pass rate is 83.3%, and average score is 7.32/10.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224 and scaled cost is 11.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93.3%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83.3%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7.32/10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93.3%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83.3%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7.32/10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4.71/5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224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11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0.024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2290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93.3%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16321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83.3%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27098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2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AWS Cloud Architecture &amp; Services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31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93.3%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3854178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83.3%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85.76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12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7.32/10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85.76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AWS Cloud Architecture &amp; Services has an effectiveness score of 85.76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83.3%.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85.76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93.3%, pass rate 83.3%, average score 7.32/10.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has an effectiveness score of 85.76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2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Additionally, maintaining high engagement strategies may help improve the pass rate in future iterations.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394204" y="1490472"/>
            <a:ext cx="7418832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38172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38172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4248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7906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847588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4758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95216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8096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85190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8848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4578096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8096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8096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78096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9557004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7004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104632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87512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8287512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287512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Additionally, maintaining high engagement strategies may help improve the pass rate in future iterations.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8287512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287512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rpt_1babeb2a-749e-4800-b97c-9bbce8d2f50e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ds_30cbf17ccd875c49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mx_06524735-3d23-4e0b-8bcc-737c0ef7e607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ev_08033cb2-b7eb-4c31-8a68-98284dfda629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gv_7151efbb-61aa-44d8-8c14-99855d44f7fc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AWS Cloud Architecture &amp; Services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2026-06-22T10:29:05Z</dcterms:created>
  <dcterms:modified xsi:type="dcterms:W3CDTF">2026-06-22T10:29:05Z</dcterms:modified>
</cp:coreProperties>
</file>