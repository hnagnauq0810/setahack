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2:08:56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rpt_e4eba093-f0e1-4447-97cb-ced4df643500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ds_5dbddce34de022a1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mx_c70754ec-1c67-420e-87f1-88050b389b1f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ev_b935d73c-90b7-4010-92d8-10578ce77b81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gv_61ebae75-a119-46be-a609-1dddf997859f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OpenAI quota exhausted for the configured API key (insufficient_quota). Check billing, project budget, or use another key.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2026-06-18T07:08:58Z</dcterms:created>
  <dcterms:modified xsi:type="dcterms:W3CDTF">2026-06-18T07:08:58Z</dcterms:modified>
</cp:coreProperties>
</file>