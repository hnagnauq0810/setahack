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AIAgent_05_2026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AIAgent_05_2026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2:18:17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 Management interpretation: The training program for the course 'AI Agent &amp; LLM Application Development' has achieved a high completion rate of 100% and a solid attendance rate of 90.4%. However, the overall effectiveness classification is marked as Risk due to the pass rate of 92.3%, which indicates that some trainees may require additional support to meet performance expectations.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the strongest effectiveness score (89.47)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the strongest effectiveness score (89.47)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It is recommended to implement 1:1 coaching for trainees identified as needing additional support, as flagged by the NORM-07 rule.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consider enhancing course materials or delivery methods to address the effectiveness classification and ensure all trainees can achieve the desired pass rates.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It is recommended to implement 1:1 coaching for trainees identified as needing additional support, as flagged by the NORM-07 rule.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rpt_da5207d9-70b2-4609-941f-1741c892395a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ds_0ce1dea46bedd110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mx_70034159-b4c9-4e59-920f-afc013d3f538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ev_492d96b8-2a88-4e1a-9389-41211edd0525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gv_f4bfc2e0-47c8-4ca3-b4fc-91dbbbec0434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AIAgent_05_2026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2026-06-17T07:18:23Z</dcterms:created>
  <dcterms:modified xsi:type="dcterms:W3CDTF">2026-06-17T07:18:23Z</dcterms:modified>
</cp:coreProperties>
</file>