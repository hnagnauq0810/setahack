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 Management interpretation: The training course 'AI Agent &amp; LLM Application Development' has been completed with a total of 13 trainees. The overall attendance rate is 90.4%, and the completion rate stands at 100%. The pass rate is 92.3%, with an average score of 7.88 out of 10. Despite these positive metrics, the overall effectiveness classification is marked as Risk, indicating potential areas for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Additionally, consider reviewing course content and delivery methods to address the effectiveness classification.
Owner: L&amp;D Manager
Outcome: Improve training effectiveness and repeatability.
4. Regular monitoring of trainee performance and feedback should be implemented to ensure continuous improvement.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AIAgent_05_2026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9:48:31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consider reviewing course content and delivery methods to address the effectiveness classification.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Regular monitoring of trainee performance and feedback should be implemented to ensure continuous improvement.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consider reviewing course content and delivery methods to address the effectiveness classification.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Regular monitoring of trainee performance and feedback should be implemented to ensure continuous improvement.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rpt_0cc6d913-3b22-4c84-beb7-b9f64739d754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ds_5aa12f799a52fae3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mx_770a0d5e-6441-4bae-8ca5-453a1b185ccf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ev_732ab7bc-2945-4154-b8aa-f0d1445dfbac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gv_11a68895-75bd-436e-8694-eccd6192904f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2026-06-22T14:48:35Z</dcterms:created>
  <dcterms:modified xsi:type="dcterms:W3CDTF">2026-06-22T14:48:35Z</dcterms:modified>
</cp:coreProperties>
</file>