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2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12 trainee-course records. Overall attendance is 93.3%, completion is 100%, pass rate is 83.3%, and average score is 7.32/10. Total training hours are 224 and scaled cost is 11. Overall effectiveness classification is Risk. Management interpretation: The training course 'AWS Cloud Architecture &amp; Services' has been completed with a high attendance rate of 93.3% and a completion rate of 100%. However, the overall pass rate of 83.3% indicates that some trainees did not meet the required performance threshold, leading to a classification of Risk for overall effectiveness.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AWS Cloud Architecture &amp; Services
Learners: 12
Attendance: 93.3%
Completion: 100%
Pass rate: 83.3%
Average score: 7.32/10
Effectiveness: 85.76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Assign a coaching owner, buddy support, and targeted practice resources for the flagged learner.
Owner: L&amp;D Manager
Outcome: Improve learner recovery and reduce support-needed cases.
3. Additionally, consider reviewing course content to address any gaps that may have contributed to the lower pass rates.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AWS Cloud Architecture &amp; Services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85.8/100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23762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93.3%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14034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83.3%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CloudAWS_03_2026 | Type full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10:35:33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12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93.3%, completion is 100%, pass rate is 83.3%, and average score is 7.32/10.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224 and scaled cost is 11.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93.3%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83.3%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7.32/10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93.3%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83.3%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7.32/10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4.71/5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224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11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0.024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2290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93.3%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16321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83.3%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27098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2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2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AWS Cloud Architecture &amp; Services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31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93.3%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854178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83.3%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85.76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12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7.32/10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85.76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AWS Cloud Architecture &amp; Services has an effectiveness score of 85.76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83.3%.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85.76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93.3%, pass rate 83.3%, average score 7.32/10.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has an effectiveness score of 85.76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2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Additionally, consider reviewing course content to address any gaps that may have contributed to the lower pass rates.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2394204" y="1490472"/>
            <a:ext cx="7418832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38172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38172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14248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7906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395216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8096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685190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88848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4578096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8096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578096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578096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557004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557004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8104632" y="1938528"/>
            <a:ext cx="3416808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87512" y="2212848"/>
            <a:ext cx="22738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8287512" y="2633472"/>
            <a:ext cx="3051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8287512" y="3090672"/>
            <a:ext cx="3051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Additionally, consider reviewing course content to address any gaps that may have contributed to the lower pass rates.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8287512" y="4315968"/>
            <a:ext cx="3051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8287512" y="4590288"/>
            <a:ext cx="305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CloudAWS_03_2026 | Type full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rpt_ea5ced7c-5b6f-4205-94d5-0c7ea55bb93f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ds_9f77b1d9c924eb0c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mx_973777b7-54d2-4d11-8138-a964bfcda864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ev_6e62d2ae-521a-480e-bf93-28a5b1078b22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gv_58d5af8b-a90c-4774-92f6-1d75e9c4cb2f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OpenAI gpt-4o-mini enriched narrative fields. Numeric metrics remain deterministic.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AWS Cloud Architecture &amp; Services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2026-06-22T15:35:38Z</dcterms:created>
  <dcterms:modified xsi:type="dcterms:W3CDTF">2026-06-22T15:35:38Z</dcterms:modified>
</cp:coreProperties>
</file>