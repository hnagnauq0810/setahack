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1:17:28 PM</a:t>
            </a:r>
          </a:p>
          <a:p>
            <a:pPr marL="342900" indent="-171450"/>
            <a:r>
              <a:rPr lang="en-US" sz="1600"/>
              <a:t>LLM usage: fallback deterministic mode (LLM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NORM-07 · High: Trainee needs 1:1 support.. Action: Flag for coaching; assign buddy or practice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rpt_52407ea0-0a2d-46fe-ad6f-c2986b2472ab.</a:t>
            </a:r>
          </a:p>
          <a:p>
            <a:pPr marL="342900" indent="-171450"/>
            <a:r>
              <a:rPr lang="en-US" sz="1600"/>
              <a:t>Dataset ID: ds_fa43bf96383ed5a5.</a:t>
            </a:r>
          </a:p>
          <a:p>
            <a:pPr marL="342900" indent="-171450"/>
            <a:r>
              <a:rPr lang="en-US" sz="1600"/>
              <a:t>Metrics snapshot ID: mx_a83540a5-aeb6-4a45-935d-f758cf0dbbac.</a:t>
            </a:r>
          </a:p>
          <a:p>
            <a:pPr marL="342900" indent="-171450"/>
            <a:r>
              <a:rPr lang="en-US" sz="1600"/>
              <a:t>Evidence decision ID: ev_89557ab0-1c4d-4ea4-9d73-a57ebd16051c.</a:t>
            </a:r>
          </a:p>
          <a:p>
            <a:pPr marL="342900" indent="-171450"/>
            <a:r>
              <a:rPr lang="en-US" sz="1600"/>
              <a:t>Governance view ID: gv_04315bbc-696f-4cf1-adac-dd93d4c824f9.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2026-06-17T06:17:29.610Z</dcterms:created>
  <dcterms:modified xsi:type="dcterms:W3CDTF">2026-06-17T06:17:29.610Z</dcterms:modified>
</cp:coreProperties>
</file>