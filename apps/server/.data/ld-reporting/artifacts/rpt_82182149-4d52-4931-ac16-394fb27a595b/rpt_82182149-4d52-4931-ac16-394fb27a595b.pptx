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AIAgent_05_2026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Period 2026-Q2 · Course AIAgent_05_2026 · Type full</a:t>
            </a:r>
          </a:p>
          <a:p>
            <a:pPr marL="342900" indent="-171450"/>
            <a:r>
              <a:rPr lang="en-US" sz="1600"/>
              <a:t>Evidence: PASS</a:t>
            </a:r>
          </a:p>
          <a:p>
            <a:pPr marL="342900" indent="-171450"/>
            <a:r>
              <a:rPr lang="en-US" sz="1600"/>
              <a:t>Classification: Risk</a:t>
            </a:r>
          </a:p>
          <a:p>
            <a:pPr marL="342900" indent="-171450"/>
            <a:r>
              <a:rPr lang="en-US" sz="1600"/>
              <a:t>Generated: 6/17/2026, 1:22:34 PM</a:t>
            </a:r>
          </a:p>
          <a:p>
            <a:pPr marL="342900" indent="-171450"/>
            <a:r>
              <a:rPr lang="en-US" sz="1600"/>
              <a:t>LLM usage: gpt-4o-mini for report_narrative, pptx_content.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1 course(s), 1 completed course(s), and 13 trainee-course records. Overall attendance is 90.4%, completion is 100%, pass rate is 92.3%, and average score is 7.88/10. Total training hours are 188 and scaled cost is 9.6.</a:t>
            </a:r>
          </a:p>
          <a:p>
            <a:pPr marL="342900" indent="-171450"/>
            <a:r>
              <a:rPr lang="en-US" sz="1600"/>
              <a:t>Overall effectiveness classification is Risk. Management interpretation: The training course 'AI Agent &amp; LLM Application Development' has been completed with a total of 13 trainees.</a:t>
            </a:r>
          </a:p>
          <a:p>
            <a:pPr marL="342900" indent="-171450"/>
            <a:r>
              <a:rPr lang="en-US" sz="1600"/>
              <a:t>The overall attendance rate is 90.4%, with a completion rate of 100% and a pass rate of 92.3%. The average score achieved by trainees is 7.88 out of 10, indicating a generally positive reception of the course content.</a:t>
            </a:r>
          </a:p>
          <a:p>
            <a:pPr marL="342900" indent="-171450"/>
            <a:r>
              <a:rPr lang="en-US" sz="1600"/>
              <a:t>However, the overall effectiveness classification is marked as 'Risk', suggesting areas for improvement despite the high completion and attendance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1 course(s), 1 completed, 13 trainee-course records.</a:t>
            </a:r>
          </a:p>
          <a:p>
            <a:pPr marL="342900" indent="-171450"/>
            <a:r>
              <a:rPr lang="en-US" sz="1600"/>
              <a:t>Attendance 90.4% · Completion 100% · Pass rate 92.3% · Avg score 7.88/10.</a:t>
            </a:r>
          </a:p>
          <a:p>
            <a:pPr marL="342900" indent="-171450"/>
            <a:r>
              <a:rPr lang="en-US" sz="1600"/>
              <a:t>Feedback 4.73/5 · Training hours 188 · Scaled cost 9.6 · ROI proxy 0.042.</a:t>
            </a:r>
          </a:p>
          <a:p>
            <a:pPr marL="342900" indent="-171450"/>
            <a:r>
              <a:rPr lang="en-US" sz="1600"/>
              <a:t>AI Agent &amp; LLM Application Development: 13 trainees, attendance 90.4%, completion 100%, pass 92.3%, score 7.88/10, effectiveness 89.47.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2. L&amp;D Manager view may show individual IDs.</a:t>
            </a:r>
          </a:p>
          <a:p>
            <a:pPr marL="342900" indent="-171450"/>
            <a:r>
              <a:rPr lang="en-US" sz="1600"/>
              <a:t>Outstanding: EMP-005 · AIAgent_05_2026 · score 9.4 · attendance 100%.</a:t>
            </a:r>
          </a:p>
          <a:p>
            <a:pPr marL="342900" indent="-171450"/>
            <a:r>
              <a:rPr lang="en-US" sz="1600"/>
              <a:t>Outstanding: EMP-119 · AIAgent_05_2026 · score 9.4 · attendance 100%.</a:t>
            </a:r>
          </a:p>
          <a:p>
            <a:pPr marL="342900" indent="-171450"/>
            <a:r>
              <a:rPr lang="en-US" sz="1600"/>
              <a:t>Support-needed group: AIAgent_05_2026 has 1 learner(s). Reason: At least one learner is below pass threshold or attendance policy..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92.3%.</a:t>
            </a:r>
          </a:p>
          <a:p>
            <a:pPr marL="342900" indent="-171450"/>
            <a:r>
              <a:rPr lang="en-US" sz="1600"/>
              <a:t>Average assessment score: 7.88/10.</a:t>
            </a:r>
          </a:p>
          <a:p>
            <a:pPr marL="342900" indent="-171450"/>
            <a:r>
              <a:rPr lang="en-US" sz="1600"/>
              <a:t>AI Agent &amp; LLM Application Development: pass 92.3%, avg score 7.88/10.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90.4%.</a:t>
            </a:r>
          </a:p>
          <a:p>
            <a:pPr marL="342900" indent="-171450"/>
            <a:r>
              <a:rPr lang="en-US" sz="1600"/>
              <a:t>Total attended training hours: 188.</a:t>
            </a:r>
          </a:p>
          <a:p>
            <a:pPr marL="342900" indent="-171450"/>
            <a:r>
              <a:rPr lang="en-US" sz="1600"/>
              <a:t>AI Agent &amp; LLM Application Development: attendance 90.4%, hours 188.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Risk.</a:t>
            </a:r>
          </a:p>
          <a:p>
            <a:pPr marL="342900" indent="-171450"/>
            <a:r>
              <a:rPr lang="en-US" sz="1600"/>
              <a:t>Effectiveness score: 89.47.</a:t>
            </a:r>
          </a:p>
          <a:p>
            <a:pPr marL="342900" indent="-171450"/>
            <a:r>
              <a:rPr lang="en-US" sz="1600"/>
              <a:t>NORM flags: 1; high-priority flags: 1.</a:t>
            </a:r>
          </a:p>
          <a:p>
            <a:pPr marL="342900" indent="-171450"/>
            <a:r>
              <a:rPr lang="en-US" sz="1600"/>
              <a:t>AI Agent &amp; LLM Application Development has the strongest effectiveness score (89.47) in the selected scope.</a:t>
            </a:r>
          </a:p>
          <a:p>
            <a:pPr marL="342900" indent="-171450"/>
            <a:r>
              <a:rPr lang="en-US" sz="1600"/>
              <a:t>2 outstanding trainee(s) meet the star learner rule: score &gt;= 9.0 and full attendance.</a:t>
            </a:r>
          </a:p>
          <a:p>
            <a:pPr marL="342900" indent="-171450"/>
            <a:r>
              <a:rPr lang="en-US" sz="1600"/>
              <a:t>1 course group(s) contain learners who need support based on score or attendance policy.</a:t>
            </a:r>
          </a:p>
          <a:p>
            <a:pPr marL="342900" indent="-171450"/>
            <a:r>
              <a:rPr lang="en-US" sz="1600"/>
              <a:t>1 high-priority L&amp;D NORM flag(s) were triggered.</a:t>
            </a:r>
          </a:p>
          <a:p>
            <a:pPr marL="342900" indent="-171450"/>
            <a:r>
              <a:rPr lang="en-US" sz="1600"/>
              <a:t>The course achieved a high completion rate of 100%, indicating that all enrolled trainees finished the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PASS.</a:t>
            </a:r>
          </a:p>
          <a:p>
            <a:pPr marL="342900" indent="-171450"/>
            <a:r>
              <a:rPr lang="en-US" sz="1600"/>
              <a:t>Final conclusion allowed: Yes.</a:t>
            </a:r>
          </a:p>
          <a:p>
            <a:pPr marL="342900" indent="-171450"/>
            <a:r>
              <a:rPr lang="en-US" sz="1600"/>
              <a:t>Missing/warning evidence items: 0.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PASS — All selected courses are completed.</a:t>
            </a:r>
          </a:p>
          <a:p>
            <a:pPr marL="342900" indent="-171450"/>
            <a:r>
              <a:rPr lang="en-US" sz="1600"/>
              <a:t>Attendance completeness: PASS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Flag for coaching; assign buddy or practice resources</a:t>
            </a:r>
          </a:p>
          <a:p>
            <a:pPr marL="342900" indent="-171450"/>
            <a:r>
              <a:rPr lang="en-US" sz="1600"/>
              <a:t>Create a coaching plan for support-needed learners and review attendance issues with direct managers.</a:t>
            </a:r>
          </a:p>
          <a:p>
            <a:pPr marL="342900" indent="-171450"/>
            <a:r>
              <a:rPr lang="en-US" sz="1600"/>
              <a:t>Implement targeted 1:1 coaching for trainees identified as needing additional support, particularly those who did not meet the pass threshold.</a:t>
            </a:r>
          </a:p>
          <a:p>
            <a:pPr marL="342900" indent="-171450"/>
            <a:r>
              <a:rPr lang="en-US" sz="1600"/>
              <a:t>Consider reviewing course content and delivery methods to enhance engagement and understanding, especially for those who performed below expectations.</a:t>
            </a:r>
          </a:p>
          <a:p>
            <a:pPr marL="342900" indent="-171450"/>
            <a:r>
              <a:rPr lang="en-US" sz="1600"/>
              <a:t>Monitor attendance patterns closely and provide reminders or incentives for trainees who may be at risk of lower attendance in future courses.</a:t>
            </a:r>
          </a:p>
          <a:p>
            <a:pPr marL="342900" indent="-171450"/>
            <a:r>
              <a:rPr lang="en-US" sz="1600"/>
              <a:t>Explore opportunities for additional practice resources or buddy systems to support trainees who may struggle with the material.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rpt_82182149-4d52-4931-ac16-394fb27a595b.</a:t>
            </a:r>
          </a:p>
          <a:p>
            <a:pPr marL="342900" indent="-171450"/>
            <a:r>
              <a:rPr lang="en-US" sz="1600"/>
              <a:t>Dataset ID: ds_c0605341c16c1f3a.</a:t>
            </a:r>
          </a:p>
          <a:p>
            <a:pPr marL="342900" indent="-171450"/>
            <a:r>
              <a:rPr lang="en-US" sz="1600"/>
              <a:t>Metrics snapshot ID: mx_16535985-0111-4aed-b881-5dd517608ca2.</a:t>
            </a:r>
          </a:p>
          <a:p>
            <a:pPr marL="342900" indent="-171450"/>
            <a:r>
              <a:rPr lang="en-US" sz="1600"/>
              <a:t>Evidence decision ID: ev_f424e664-f1f7-4fe9-b1cd-52cc4a24364f.</a:t>
            </a:r>
          </a:p>
          <a:p>
            <a:pPr marL="342900" indent="-171450"/>
            <a:r>
              <a:rPr lang="en-US" sz="1600"/>
              <a:t>Governance view ID: gv_8abeb6f2-7947-4900-96ea-4f9d7e00b262.</a:t>
            </a:r>
          </a:p>
          <a:p>
            <a:pPr marL="342900" indent="-171450"/>
            <a:r>
              <a:rPr lang="en-US" sz="1600"/>
              <a:t>RBAC role: LND_MANAGER; masked: no.</a:t>
            </a:r>
          </a:p>
          <a:p>
            <a:pPr marL="342900" indent="-171450"/>
            <a:r>
              <a:rPr lang="en-US" sz="1600"/>
              <a:t>LLM enabled: yes;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creator>SETA L&amp;D Reporting Agent</dc:creator>
  <cp:lastModifiedBy>SETA L&amp;D Reporting Agent</cp:lastModifiedBy>
  <dcterms:created xsi:type="dcterms:W3CDTF">2026-06-17T06:22:38.691Z</dcterms:created>
  <dcterms:modified xsi:type="dcterms:W3CDTF">2026-06-17T06:22:38.691Z</dcterms:modified>
</cp:coreProperties>
</file>