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6:58:56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 Management interpretation: The training program for Q1 2026 included three completed courses with a total of 59 trainees. While the overall attendance rate was high at 92.9% and the completion rate reached 98.3%, the pass rate of 89.8% indicates some areas for improvement, particularly in the Automation Testing course, which has flagged trainees needing additional support.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course content and delivery methods to address the low pass rates and ensure that all trainees meet attendance and performance standards.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Reduce attendance risk in the next cohort.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rpt_9940b7fb-fb27-499b-b22d-9aa3e3002007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ds_b9e0bc1bf5a84b6e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mx_2ae5f3ec-02d8-48b8-a5f9-cb3d65626a72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ev_3ce251d7-2ebb-4a7c-a18b-6984849ac186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gv_240421ee-61c9-4562-a9bc-0e9b84b1147f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2026-06-21T11:58:59Z</dcterms:created>
  <dcterms:modified xsi:type="dcterms:W3CDTF">2026-06-21T11:58:59Z</dcterms:modified>
</cp:coreProperties>
</file>