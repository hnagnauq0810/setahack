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6:58:56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 Management interpretation: The training program for Q1 2026 included three completed courses with a total of 59 trainees. While the overall attendance rate was high at 92.9% and the completion rate reached 98.3%, the pass rate of 89.8% indicates some areas for improvement, particularly in the Automation Testing course, which has flagged trainees needing additional support.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80327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966222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98.3%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0973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89.8%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266235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88.2/100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18995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18995"/>
            <a:ext cx="2456499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20172" y="1973275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86.7/100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6510528" y="241401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10728" y="2512771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2512771"/>
            <a:ext cx="2615806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20172" y="2467051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18520" y="241401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92.3/100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6510528" y="290779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8110728" y="3006547"/>
            <a:ext cx="2834640" cy="1678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10728" y="3006547"/>
            <a:ext cx="2430987" cy="1678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520172" y="2960827"/>
            <a:ext cx="0" cy="259324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18520" y="290779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85.8/100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6309360" y="397764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416052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510528" y="445312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6510528" y="48463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52" name="Shape 50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10728" y="4893869"/>
            <a:ext cx="2834640" cy="80833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018520" y="484632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7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6510528" y="508406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8110728" y="5131613"/>
            <a:ext cx="2834640" cy="80833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110728" y="5131613"/>
            <a:ext cx="404949" cy="80833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018520" y="508406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and delivery methods to address the low pass rates and ensure that all trainees meet attendance and performance standards.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Reduce attendance risk in the next cohort.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rpt_9940b7fb-fb27-499b-b22d-9aa3e3002007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ds_b9e0bc1bf5a84b6e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mx_2ae5f3ec-02d8-48b8-a5f9-cb3d65626a72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ev_3ce251d7-2ebb-4a7c-a18b-6984849ac186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gv_240421ee-61c9-4562-a9bc-0e9b84b1147f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2026-06-21T17:43:45Z</dcterms:created>
  <dcterms:modified xsi:type="dcterms:W3CDTF">2026-06-21T17:43:45Z</dcterms:modified>
</cp:coreProperties>
</file>