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2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12 trainee-course records. Overall attendance is 93.3%, completion is 100%, pass rate is 83.3%, and average score is 7.32/10. Total training hours are 224 and scaled cost is 11. Overall effectiveness classification is Risk. Management interpretation: The training program for the AWS Cloud Architecture &amp; Services course has achieved a high completion rate of 100% and a solid attendance rate of 93.3%. However, the overall effectiveness classification is marked as Risk due to a pass rate of 83.3%, indicating that some trainees did not meet the expected performance threshold. The average score of 7.32/10 suggests that while most trainees are performing adequately, there is room for improvement, particularly for those who require additional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AWS Cloud Architecture &amp; Services
Learners: 12
Attendance: 93.3%
Completion: 100%
Pass rate: 83.3%
Average score: 7.32/10
Effectiveness: 85.76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Additionally, a review of the course content and delivery methods should be conducted to identify potential improvements that could increase the pass rate.
Owner: L&amp;D Manager
Outcome: Improve training effectiveness and repeatability.
4. Consideration should also be given to optimizing the training format to improve ROI, possibly by exploring self-paced learning options or adjusting the course structure.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CloudAWS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85.8/100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23762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93.3%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14034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83.3%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CloudAWS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4:16:33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12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93.3%, completion is 100%, pass rate is 83.3%, and average score is 7.32/10.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224 and scaled cost is 11.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4.71/5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224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11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0.024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2290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93.3%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16321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83.3%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27098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AWS Cloud Architecture &amp; Services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31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93.3%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854178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83.3%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85.76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12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7.32/10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85.76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83.3%.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85.76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93.3%, pass rate 83.3%, average score 7.32/10.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a review of the course content and delivery methods should be conducted to identify potential improvements that could increase the pass rate.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Consideration should also be given to optimizing the training format to improve ROI, possibly by exploring self-paced learning options or adjusting the course structure.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a review of the course content and delivery methods should be conducted to identify potential improvements that could increase the pass rate.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Consideration should also be given to optimizing the training format to improve ROI, possibly by exploring self-paced learning options or adjusting the course structure.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rpt_0720d829-d699-4f96-8632-5d80b8c28a6c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ds_63e2b18df653e0ed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mx_67c7c34c-2903-4b4e-b630-2c0f6c220a39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ev_0b15daa5-c7bc-485d-81fe-a67fd54dd457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gv_2f38405d-9b39-4222-8e07-39e9b93e9359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CloudAWS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2026-06-22T09:16:38Z</dcterms:created>
  <dcterms:modified xsi:type="dcterms:W3CDTF">2026-06-22T09:16:38Z</dcterms:modified>
</cp:coreProperties>
</file>