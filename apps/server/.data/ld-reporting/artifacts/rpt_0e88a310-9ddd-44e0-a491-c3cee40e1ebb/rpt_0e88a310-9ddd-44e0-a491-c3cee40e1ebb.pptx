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2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12 trainee-course records. Overall attendance is 93.3%, completion is 100%, pass rate is 83.3%, and average score is 7.32/10. Total training hours are 224 and scaled cost is 11. Overall effectiveness classification is Risk. Management interpretation: The training course 'AWS Cloud Architecture &amp; Services' has been completed with a total of 12 trainees. The overall attendance rate is high at 93.3%, and the completion rate is perfect at 100%. However, the pass rate of 83.3% indicates that a portion of trainees did not meet the expected performance standards, which is a concern given the overall effectiveness classification of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AWS Cloud Architecture &amp; Services
Learners: 12
Attendance: 93.3%
Completion: 100%
Pass rate: 83.3%
Average score: 7.32/10
Effectiveness: 85.76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Additionally, a review of the course content may be beneficial to address any gaps that could be contributing to the lower pass rate.
Owner: L&amp;D Manager
Outcome: Improve training effectiveness and repeatability.
4. Continuous monitoring of trainee performance and feedback should be conducted to ensure that the training meets the desired outcomes.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AWS Cloud Architecture &amp; Services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85.8/100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23762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93.3%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14034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83.3%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CloudAWS_03_2026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5:17:27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12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93.3%, completion is 100%, pass rate is 83.3%, and average score is 7.32/10.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224 and scaled cost is 11.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93.3%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83.3%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7.32/10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93.3%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83.3%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7.32/10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4.71/5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224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11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0.024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2290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93.3%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16321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83.3%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27098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2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AWS Cloud Architecture &amp; Services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31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93.3%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854178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83.3%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85.76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12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7.32/10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85.76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AWS Cloud Architecture &amp; Services has an effectiveness score of 85.76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83.3%.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85.76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93.3%, pass rate 83.3%, average score 7.32/10.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has an effectiveness score of 85.76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a review of the course content may be beneficial to address any gaps that could be contributing to the lower pass rate.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Continuous monitoring of trainee performance and feedback should be conducted to ensure that the training meets the desired outcomes.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Additionally, a review of the course content may be beneficial to address any gaps that could be contributing to the lower pass rate.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Continuous monitoring of trainee performance and feedback should be conducted to ensure that the training meets the desired outcomes.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rpt_0e88a310-9ddd-44e0-a491-c3cee40e1ebb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ds_7d354eeee3413edf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mx_b13e1883-eeb3-41cb-b791-2044b89b1985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ev_63c04904-4c2a-4c96-8839-f75e74521638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gv_1b9ac215-cf73-48ee-a6f9-c0a9f6425fbb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AWS Cloud Architecture &amp; Services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2026-06-22T10:17:31Z</dcterms:created>
  <dcterms:modified xsi:type="dcterms:W3CDTF">2026-06-22T10:17:31Z</dcterms:modified>
</cp:coreProperties>
</file>