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program for the AWS Cloud Architecture &amp; Services course has achieved a high completion rate of 100% and a solid attendance rate of 93.3%. However, the overall effectiveness classification is marked as Risk due to a pass rate of 83.3%, indicating that a significant portion of trainees did not meet the expected performance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consider reviewing course content and delivery methods to address the performance gaps and improve the overall pass rate.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aws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9:45:46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performance gaps and improve the overall pass rate.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performance gaps and improve the overall pass rate.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aws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rpt_8edd6199-0f4f-4f18-8df1-8d102f3190d7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ds_324ac361fd9b5f92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mx_f287e145-3fa2-40ce-86f2-e3b5f43b1e1f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ev_f1e0be8e-f026-4d94-bb95-548cc71a174a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gv_7f1be4ad-50bc-4d0d-9474-9933b3067692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2026-06-22T14:45:51Z</dcterms:created>
  <dcterms:modified xsi:type="dcterms:W3CDTF">2026-06-22T14:45:51Z</dcterms:modified>
</cp:coreProperties>
</file>