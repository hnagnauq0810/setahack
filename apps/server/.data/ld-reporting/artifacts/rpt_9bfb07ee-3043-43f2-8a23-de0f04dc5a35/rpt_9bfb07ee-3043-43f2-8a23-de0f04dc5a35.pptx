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1 course(s), 1 completed course(s), and 10 trainee-course records. Overall attendance is 96%, completion is 100%, pass rate is 100%, and average score is 7.89/10. Total training hours are 216 and scaled cost is 15. Overall effectiveness classification is Effective. Management interpretation: The training program for the DevOps course has demonstrated high levels of engagement and effectiveness, with all trainees completing the course successfully and achieving a perfect pass rate. The overall attendance rate is commendable at 96%, indicating strong participation. The average score of 7.89 out of 10 reflects a solid understanding of the course material, and the feedback rating of 4.6 out of 5 suggests high satisfaction among participants.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performance profile
DevOps Fundamentals: CI/CD, K8s, Monitoring
Learners: 10
Attendance: 96%
Completion: 100%
Pass rate: 100%
Average score: 7.89/10
Effectiveness: 92.28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Maintain the current delivery model and reuse top-performing materials for future cohorts.
Owner: L&amp;D Manager
Outcome: Improve training effectiveness and repeatability.
2. To maintain and enhance the effectiveness of the training program, it is recommended to continue monitoring trainee feedback and performance metrics.
Owner: L&amp;D Manager
Outcome: Improve training effectiveness and repeatability.
3. Consider implementing advanced topics or follow-up sessions to further engage participants and build on their foundational knowledge.
Owner: L&amp;D Manager
Outcome: Improve training effectiveness and repeatability.
4. Additionally, exploring opportunities for mentorship roles for high-performing trainees could foster a culture of continuous learning and development.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DevOps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047857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92.3/100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Effective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1053389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96%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100%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100%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DevOps | Type full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4:59:03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DevOps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1 course(s), 1 completed course(s), and 10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96%, completion is 100%, pass rate is 100%, and average score is 7.89/10.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216 and scaled cost is 15.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Effective.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96%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7.89/10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DevOps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Effective.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Effective.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DevOps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96%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4.6/5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216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15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0.0207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DevOps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9302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96%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100%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100%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3964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92.3/100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DevOps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1024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Course performance profile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9844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DevOps Fundamentals: CI/CD, K8s, Monitoring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73936" y="2112264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73936" y="2112264"/>
            <a:ext cx="4441789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6770" y="2075688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084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96%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3936" y="2377440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85%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836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Completion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8114" y="2862072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100%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773936" y="3163824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90%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368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Pass rate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5427" y="3648456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6576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100%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73936" y="3950208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80%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635240" y="1170432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14813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EFFECTIVENESS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49640" y="1828800"/>
            <a:ext cx="2011680" cy="201168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97112" y="2176272"/>
            <a:ext cx="1316736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25054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47857"/>
                </a:solidFill>
              </a:rPr>
              <a:t>92.28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025128" y="28986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97356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LEARNERS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97356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10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61948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AVG SCORE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61948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7.89/10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21792" y="4919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leaders should notice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21792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100%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52544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17136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92.28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83296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47888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an effectiveness score of 92.28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DevOps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100%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100%.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92.28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96%, pass rate 100%, average score 7.89/10.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Effective.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an effectiveness score of 92.28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The course has achieved a completion rate of 100% and a pass rate of 100%, which are indicative of effective i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DevOps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DevOps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Effective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N/A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 NORM flags | N/A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 governance flags triggered.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D1FAE5"/>
          </a:solidFill>
          <a:ln w="12700">
            <a:solidFill>
              <a:srgbClr val="047857">
                <a:alpha val="6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47857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Continue standard monitoring and preserve the validated audit trail.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 active NORM rule requires escalation.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DevOps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Maintain the current delivery model and reuse top-performing materials for future cohorts.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To maintain and enhance the effectiveness of the training program, it is recommended to continue monitoring trainee feedback and performance metrics.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Consider implementing advanced topics or follow-up sessions to further engage participants and build on their foundational knowledge.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Additionally, exploring opportunities for mentorship roles for high-performing trainees could foster a culture of continuous learning and development.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DevOps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Maintain the current delivery model and reuse top-performing materials for future cohorts.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To maintain and enhance the effectiveness of the training program, it is recommended to continue monitoring trainee feedback and performance metrics.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Consider implementing advanced topics or follow-up sessions to further engage participants and build on their foundational knowledge.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Additionally, exploring opportunities for mentorship roles for high-performing trainees could foster a culture of continuous learning and development.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DevOps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rpt_9bfb07ee-3043-43f2-8a23-de0f04dc5a35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ds_f394086c9eb4bc4d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mx_82008419-4c91-4798-af28-112c99738242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ev_f28e31c4-9782-40b6-a115-5035671eb4be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gv_65728ba9-f09f-4adf-997d-937b4cc1e1f0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OpenAI gpt-4o-mini enriched narrative fields. Numeric metrics remain deterministic.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DevOps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2026-06-22T09:59:09Z</dcterms:created>
  <dcterms:modified xsi:type="dcterms:W3CDTF">2026-06-22T09:59:09Z</dcterms:modified>
</cp:coreProperties>
</file>