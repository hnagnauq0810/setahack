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2:12:43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total of 59 trainees. The overall attendance rate was 92.9%, and the completion rate reached 98.3%. The pass rate stood at 89.8%, with an average score of 7.59 out of 10. Despite these positive metrics, the overall effectiveness classification is marked as 'Risk',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rpt_4619bd6e-c766-4286-b4d6-57644bb825a3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ds_8d5452f6d532688d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mx_c2b9a39c-3bdd-48b0-b721-04dcf693176c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ev_f12b83d3-3dd8-429c-ae20-a84a88ef75dd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gv_0b452941-1dd5-4d86-982e-2aa36a12741f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2026-06-17T07:12:53Z</dcterms:created>
  <dcterms:modified xsi:type="dcterms:W3CDTF">2026-06-17T07:12:53Z</dcterms:modified>
</cp:coreProperties>
</file>