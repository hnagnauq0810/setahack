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2:20:00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was completed with a high attendance rate of 90.4% and a perfect completion rate of 100%. The overall pass rate stands at 92.3%, with an average score of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and delivery methods should be conducted to address the effectiveness classification marked as Risk, ensuring that all trainees achieve the desired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content and delivery methods should be conducted to address the effectiveness classification marked as Risk, ensuring that all trainees achieve the desired learning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rpt_2f6e7a89-80a9-4dc9-b72b-fb5320983808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ds_b3bc7edf080409a6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mx_7c4b8aad-2237-49f1-bc0e-4caabf5831a6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ev_9a3df462-16d9-45ec-b828-f642e75630dd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gv_91b18804-c851-4e23-9ac9-c1e723b47cd8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2026-06-17T07:20:04Z</dcterms:created>
  <dcterms:modified xsi:type="dcterms:W3CDTF">2026-06-17T07:20:04Z</dcterms:modified>
</cp:coreProperties>
</file>