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2:02:54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rpt_5be85745-e280-480f-a143-02363dde6703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ds_394d5d455f3b9cdb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mx_6928b39b-39fd-4172-bf95-46e1888ba73c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ev_27353f36-edd0-483f-905b-c595b6d27227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gv_ec340024-cdb0-4214-be02-96531f9b950a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OpenAI request failed 429: {
    "error": {
        "message": "You exceeded your current quota, please check your plan and billing details. For more information on this error, read the docs: https://platform.openai.com/docs/guides/error-codes/api-errors.",
        "type": "insufficient_quota",
        "param": null,
        "code": "insufficient_quota"
    }
}
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2026-06-18T07:02:55Z</dcterms:created>
  <dcterms:modified xsi:type="dcterms:W3CDTF">2026-06-18T07:02:55Z</dcterms:modified>
</cp:coreProperties>
</file>