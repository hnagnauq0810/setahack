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achieved a completion rate of 100% with an overall attendance rate of 93.3%. However, the pass rate of 83.3% indicates that a portion of trainees did not meet the required performance standards, which, combined with the effectiveness classification of 'Risk', suggests areas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10:24:24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49057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90672"/>
            <a:ext cx="49057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315968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590288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rpt_6266e941-1d5d-4a72-9b21-10175efc109a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ds_dbdbce3323132e46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mx_fb5f0123-b5a0-41de-894a-25a1c8cbe11b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ev_073e21c7-ea9b-4d7b-865b-ea186fa14275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gv_7d19b9e5-ff66-4ef2-a1b4-72c30b239201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2026-06-22T15:24:28Z</dcterms:created>
  <dcterms:modified xsi:type="dcterms:W3CDTF">2026-06-22T15:24:28Z</dcterms:modified>
</cp:coreProperties>
</file>