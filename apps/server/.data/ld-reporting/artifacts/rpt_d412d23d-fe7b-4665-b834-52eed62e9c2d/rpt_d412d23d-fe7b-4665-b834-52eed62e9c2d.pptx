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2026-Q2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12:34:03 PM</a:t>
            </a:r>
          </a:p>
          <a:p>
            <a:pPr marL="342900" indent="-171450"/>
            <a:r>
              <a:rPr lang="en-US" sz="1600"/>
              <a:t>LLM usage: fallback deterministic mode (LLM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1 completed course(s), and 13 trainee-course records. Overall attendance is 90.4%, completion is 100%, pass rate is 92.3%, and average score is 7.88/10. Total training hours are 188 and scaled cost is 9.6.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1 completed, 13 trainee-course records.</a:t>
            </a:r>
          </a:p>
          <a:p>
            <a:pPr marL="342900" indent="-171450"/>
            <a:r>
              <a:rPr lang="en-US" sz="1600"/>
              <a:t>Attendance 90.4% · Completion 100% · Pass rate 92.3% · Avg score 7.88/10.</a:t>
            </a:r>
          </a:p>
          <a:p>
            <a:pPr marL="342900" indent="-171450"/>
            <a:r>
              <a:rPr lang="en-US" sz="1600"/>
              <a:t>Feedback 4.73/5 · Training hours 188 · Scaled cost 9.6 · ROI proxy 0.042.</a:t>
            </a:r>
          </a:p>
          <a:p>
            <a:pPr marL="342900" indent="-171450"/>
            <a:r>
              <a:rPr lang="en-US" sz="1600"/>
              <a:t>AI Agent &amp; LLM Application Development: 13 trainees, attendance 90.4%, completion 100%, pass 92.3%, score 7.88/10, effectiveness 89.47.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2. L&amp;D Manager view may show individual IDs.</a:t>
            </a:r>
          </a:p>
          <a:p>
            <a:pPr marL="342900" indent="-171450"/>
            <a:r>
              <a:rPr lang="en-US" sz="1600"/>
              <a:t>Outstanding: EMP-005 · AIAgent_05_2026 · score 9.4 · attendance 100%.</a:t>
            </a:r>
          </a:p>
          <a:p>
            <a:pPr marL="342900" indent="-171450"/>
            <a:r>
              <a:rPr lang="en-US" sz="1600"/>
              <a:t>Outstanding: EMP-119 · AIAgent_05_2026 · score 9.4 · attendance 100%.</a:t>
            </a:r>
          </a:p>
          <a:p>
            <a:pPr marL="342900" indent="-171450"/>
            <a:r>
              <a:rPr lang="en-US" sz="1600"/>
              <a:t>Support-needed group: AIAgent_05_2026 has 1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92.3%.</a:t>
            </a:r>
          </a:p>
          <a:p>
            <a:pPr marL="342900" indent="-171450"/>
            <a:r>
              <a:rPr lang="en-US" sz="1600"/>
              <a:t>Average assessment score: 7.88/10.</a:t>
            </a:r>
          </a:p>
          <a:p>
            <a:pPr marL="342900" indent="-171450"/>
            <a:r>
              <a:rPr lang="en-US" sz="1600"/>
              <a:t>AI Agent &amp; LLM Application Development: pass 92.3%, avg score 7.88/10.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90.4%.</a:t>
            </a:r>
          </a:p>
          <a:p>
            <a:pPr marL="342900" indent="-171450"/>
            <a:r>
              <a:rPr lang="en-US" sz="1600"/>
              <a:t>Total attended training hours: 188.</a:t>
            </a:r>
          </a:p>
          <a:p>
            <a:pPr marL="342900" indent="-171450"/>
            <a:r>
              <a:rPr lang="en-US" sz="1600"/>
              <a:t>AI Agent &amp; LLM Application Development: attendance 90.4%, hours 188.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89.47.</a:t>
            </a:r>
          </a:p>
          <a:p>
            <a:pPr marL="342900" indent="-171450"/>
            <a:r>
              <a:rPr lang="en-US" sz="1600"/>
              <a:t>NORM flags: 1; high-priority flags: 1.</a:t>
            </a:r>
          </a:p>
          <a:p>
            <a:pPr marL="342900" indent="-171450"/>
            <a:r>
              <a:rPr lang="en-US" sz="1600"/>
              <a:t>AI Agent &amp; LLM Application Development has the strongest effectiveness score (89.47) in the selected scope.</a:t>
            </a:r>
          </a:p>
          <a:p>
            <a:pPr marL="342900" indent="-171450"/>
            <a:r>
              <a:rPr lang="en-US" sz="1600"/>
              <a:t>2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 high-priority L&amp;D NORM flag(s) were triggered.</a:t>
            </a:r>
          </a:p>
          <a:p>
            <a:pPr marL="342900" indent="-171450"/>
            <a:r>
              <a:rPr lang="en-US" sz="1600"/>
              <a:t>NORM-07 · High: Trainee needs 1:1 support.. Action: Flag for coaching; assign buddy or practice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rpt_d412d23d-fe7b-4665-b834-52eed62e9c2d.</a:t>
            </a:r>
          </a:p>
          <a:p>
            <a:pPr marL="342900" indent="-171450"/>
            <a:r>
              <a:rPr lang="en-US" sz="1600"/>
              <a:t>Dataset ID: ds_7ecbcf80721443ed.</a:t>
            </a:r>
          </a:p>
          <a:p>
            <a:pPr marL="342900" indent="-171450"/>
            <a:r>
              <a:rPr lang="en-US" sz="1600"/>
              <a:t>Metrics snapshot ID: mx_91ecbc70-1c8a-4739-b256-dfb0c9d4c7a4.</a:t>
            </a:r>
          </a:p>
          <a:p>
            <a:pPr marL="342900" indent="-171450"/>
            <a:r>
              <a:rPr lang="en-US" sz="1600"/>
              <a:t>Evidence decision ID: ev_04d41cc3-f30e-4e13-a7ea-14e3ff0ca052.</a:t>
            </a:r>
          </a:p>
          <a:p>
            <a:pPr marL="342900" indent="-171450"/>
            <a:r>
              <a:rPr lang="en-US" sz="1600"/>
              <a:t>Governance view ID: gv_4631ca1a-229b-4cb4-8e34-83506e54ded8.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2026-06-17T05:34:04.958Z</dcterms:created>
  <dcterms:modified xsi:type="dcterms:W3CDTF">2026-06-17T05:34:04.958Z</dcterms:modified>
</cp:coreProperties>
</file>