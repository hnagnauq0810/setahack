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L&amp;D Training Effectiveness Report — AIAgent_05_2026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Scope: Period 2026-Q2 · Course AIAgent_05_2026 · Type full</a:t>
            </a:r>
          </a:p>
          <a:p>
            <a:pPr marL="342900" indent="-171450"/>
            <a:r>
              <a:rPr lang="en-US" sz="1600"/>
              <a:t>Evidence: PASS</a:t>
            </a:r>
          </a:p>
          <a:p>
            <a:pPr marL="342900" indent="-171450"/>
            <a:r>
              <a:rPr lang="en-US" sz="1600"/>
              <a:t>Classification: Risk</a:t>
            </a:r>
          </a:p>
          <a:p>
            <a:pPr marL="342900" indent="-171450"/>
            <a:r>
              <a:rPr lang="en-US" sz="1600"/>
              <a:t>Generated: 6/17/2026, 12:39:20 PM</a:t>
            </a:r>
          </a:p>
          <a:p>
            <a:pPr marL="342900" indent="-171450"/>
            <a:r>
              <a:rPr lang="en-US" sz="1600"/>
              <a:t>LLM usage: fallback deterministic mode (LLM narrative fallback: OpenAI request failed 429: {
    "error": {
        "message": "You exceeded your current quota, please check your plan and billing details. For more information on this error, read the docs: https://platform.openai.com/docs/guides/error-codes/api-errors.",
        "type": "insufficient_quota",
        "param": null,
        "code": "insufficient_quota"
    }
}
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SEC-01 Executive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The selected scope contains 1 course(s), 1 completed course(s), and 13 trainee-course records. Overall attendance is 90.4%, completion is 100%, pass rate is 92.3%, and average score is 7.88/10. Total training hours are 188 and scaled cost is 9.6.</a:t>
            </a:r>
          </a:p>
          <a:p>
            <a:pPr marL="342900" indent="-171450"/>
            <a:r>
              <a:rPr lang="en-US" sz="1600"/>
              <a:t>Overall effectiveness classification is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SEC-02 Course-Level Metrics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Overall: 1 course(s), 1 completed, 13 trainee-course records.</a:t>
            </a:r>
          </a:p>
          <a:p>
            <a:pPr marL="342900" indent="-171450"/>
            <a:r>
              <a:rPr lang="en-US" sz="1600"/>
              <a:t>Attendance 90.4% · Completion 100% · Pass rate 92.3% · Avg score 7.88/10.</a:t>
            </a:r>
          </a:p>
          <a:p>
            <a:pPr marL="342900" indent="-171450"/>
            <a:r>
              <a:rPr lang="en-US" sz="1600"/>
              <a:t>Feedback 4.73/5 · Training hours 188 · Scaled cost 9.6 · ROI proxy 0.042.</a:t>
            </a:r>
          </a:p>
          <a:p>
            <a:pPr marL="342900" indent="-171450"/>
            <a:r>
              <a:rPr lang="en-US" sz="1600"/>
              <a:t>AI Agent &amp; LLM Application Development: 13 trainees, attendance 90.4%, completion 100%, pass 92.3%, score 7.88/10, effectiveness 89.47.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SEC-03 Trainee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Outstanding trainee count: 2. L&amp;D Manager view may show individual IDs.</a:t>
            </a:r>
          </a:p>
          <a:p>
            <a:pPr marL="342900" indent="-171450"/>
            <a:r>
              <a:rPr lang="en-US" sz="1600"/>
              <a:t>Outstanding: EMP-005 · AIAgent_05_2026 · score 9.4 · attendance 100%.</a:t>
            </a:r>
          </a:p>
          <a:p>
            <a:pPr marL="342900" indent="-171450"/>
            <a:r>
              <a:rPr lang="en-US" sz="1600"/>
              <a:t>Outstanding: EMP-119 · AIAgent_05_2026 · score 9.4 · attendance 100%.</a:t>
            </a:r>
          </a:p>
          <a:p>
            <a:pPr marL="342900" indent="-171450"/>
            <a:r>
              <a:rPr lang="en-US" sz="1600"/>
              <a:t>Support-needed group: AIAgent_05_2026 has 1 learner(s). Reason: At least one learner is below pass threshold or attendance policy..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SEC-04 Trainee Evaluation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pass rate: 92.3%.</a:t>
            </a:r>
          </a:p>
          <a:p>
            <a:pPr marL="342900" indent="-171450"/>
            <a:r>
              <a:rPr lang="en-US" sz="1600"/>
              <a:t>Average assessment score: 7.88/10.</a:t>
            </a:r>
          </a:p>
          <a:p>
            <a:pPr marL="342900" indent="-171450"/>
            <a:r>
              <a:rPr lang="en-US" sz="1600"/>
              <a:t>AI Agent &amp; LLM Application Development: pass 92.3%, avg score 7.88/10.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SEC-05 Attendance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attendance rate: 90.4%.</a:t>
            </a:r>
          </a:p>
          <a:p>
            <a:pPr marL="342900" indent="-171450"/>
            <a:r>
              <a:rPr lang="en-US" sz="1600"/>
              <a:t>Total attended training hours: 188.</a:t>
            </a:r>
          </a:p>
          <a:p>
            <a:pPr marL="342900" indent="-171450"/>
            <a:r>
              <a:rPr lang="en-US" sz="1600"/>
              <a:t>AI Agent &amp; LLM Application Development: attendance 90.4%, hours 188.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SEC-06 Effectiveness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effectiveness classification: Risk.</a:t>
            </a:r>
          </a:p>
          <a:p>
            <a:pPr marL="342900" indent="-171450"/>
            <a:r>
              <a:rPr lang="en-US" sz="1600"/>
              <a:t>Effectiveness score: 89.47.</a:t>
            </a:r>
          </a:p>
          <a:p>
            <a:pPr marL="342900" indent="-171450"/>
            <a:r>
              <a:rPr lang="en-US" sz="1600"/>
              <a:t>NORM flags: 1; high-priority flags: 1.</a:t>
            </a:r>
          </a:p>
          <a:p>
            <a:pPr marL="342900" indent="-171450"/>
            <a:r>
              <a:rPr lang="en-US" sz="1600"/>
              <a:t>AI Agent &amp; LLM Application Development has the strongest effectiveness score (89.47) in the selected scope.</a:t>
            </a:r>
          </a:p>
          <a:p>
            <a:pPr marL="342900" indent="-171450"/>
            <a:r>
              <a:rPr lang="en-US" sz="1600"/>
              <a:t>2 outstanding trainee(s) meet the star learner rule: score &gt;= 9.0 and full attendance.</a:t>
            </a:r>
          </a:p>
          <a:p>
            <a:pPr marL="342900" indent="-171450"/>
            <a:r>
              <a:rPr lang="en-US" sz="1600"/>
              <a:t>1 course group(s) contain learners who need support based on score or attendance policy.</a:t>
            </a:r>
          </a:p>
          <a:p>
            <a:pPr marL="342900" indent="-171450"/>
            <a:r>
              <a:rPr lang="en-US" sz="1600"/>
              <a:t>1 high-priority L&amp;D NORM flag(s) were triggered.</a:t>
            </a:r>
          </a:p>
          <a:p>
            <a:pPr marL="342900" indent="-171450"/>
            <a:r>
              <a:rPr lang="en-US" sz="1600"/>
              <a:t>NORM-07 · High: Trainee needs 1:1 support.. Action: Flag for coaching; assign buddy or practice resources.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SEC-08 Data Quality Flags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Evidence status: PASS.</a:t>
            </a:r>
          </a:p>
          <a:p>
            <a:pPr marL="342900" indent="-171450"/>
            <a:r>
              <a:rPr lang="en-US" sz="1600"/>
              <a:t>Final conclusion allowed: Yes.</a:t>
            </a:r>
          </a:p>
          <a:p>
            <a:pPr marL="342900" indent="-171450"/>
            <a:r>
              <a:rPr lang="en-US" sz="1600"/>
              <a:t>Missing/warning evidence items: 0.</a:t>
            </a:r>
          </a:p>
          <a:p>
            <a:pPr marL="342900" indent="-171450"/>
            <a:r>
              <a:rPr lang="en-US" sz="1600"/>
              <a:t>Source availability and required columns: PASS — Teams, OneDrive, Forms, KPI, Rules and Template sheets were mapped to simulated sources.</a:t>
            </a:r>
          </a:p>
          <a:p>
            <a:pPr marL="342900" indent="-171450"/>
            <a:r>
              <a:rPr lang="en-US" sz="1600"/>
              <a:t>Course status: PASS — All selected courses are completed.</a:t>
            </a:r>
          </a:p>
          <a:p>
            <a:pPr marL="342900" indent="-171450"/>
            <a:r>
              <a:rPr lang="en-US" sz="1600"/>
              <a:t>Attendance completeness: PASS — Expected attendance rows are trainee count × total sessions. Late is retained for metrics as partial attendance.</a:t>
            </a:r>
          </a:p>
          <a:p>
            <a:pPr marL="342900" indent="-171450"/>
            <a:r>
              <a:rPr lang="en-US" sz="1600"/>
              <a:t>Assessment completeness: PASS — Completed courses require one assessment/pass-status row per trainee.</a:t>
            </a:r>
          </a:p>
          <a:p>
            <a:pPr marL="342900" indent="-171450"/>
            <a:r>
              <a:rPr lang="en-US" sz="1600"/>
              <a:t>Feedback completeness: PASS — NORM-14 requires at least 60% feedback response rate for valid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SEC-09 Recommendations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Flag for coaching; assign buddy or practice resources</a:t>
            </a:r>
          </a:p>
          <a:p>
            <a:pPr marL="342900" indent="-171450"/>
            <a:r>
              <a:rPr lang="en-US" sz="1600"/>
              <a:t>Create a coaching plan for support-needed learners and review attendance issues with direct managers.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Human Review &amp; Finalize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status: DRAFT</a:t>
            </a:r>
          </a:p>
          <a:p>
            <a:pPr marL="342900" indent="-171450"/>
            <a:r>
              <a:rPr lang="en-US" sz="1600"/>
              <a:t>Quality status: PASS</a:t>
            </a:r>
          </a:p>
          <a:p>
            <a:pPr marL="342900" indent="-171450"/>
            <a:r>
              <a:rPr lang="en-US" sz="1600"/>
              <a:t>Quality issues: 0</a:t>
            </a:r>
          </a:p>
          <a:p>
            <a:pPr marL="342900" indent="-171450"/>
            <a:r>
              <a:rPr lang="en-US" sz="1600"/>
              <a:t>Approval decision: Pending</a:t>
            </a:r>
          </a:p>
          <a:p>
            <a:pPr marL="342900" indent="-171450"/>
            <a:r>
              <a:rPr lang="en-US" sz="1600"/>
              <a:t>Approval note: 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SEC-10 Appendix — Raw Data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ID: rpt_a8152bf9-37a1-4085-8f58-18fe49089ce4.</a:t>
            </a:r>
          </a:p>
          <a:p>
            <a:pPr marL="342900" indent="-171450"/>
            <a:r>
              <a:rPr lang="en-US" sz="1600"/>
              <a:t>Dataset ID: ds_e549b761e1b2521f.</a:t>
            </a:r>
          </a:p>
          <a:p>
            <a:pPr marL="342900" indent="-171450"/>
            <a:r>
              <a:rPr lang="en-US" sz="1600"/>
              <a:t>Metrics snapshot ID: mx_33f9218d-7c06-42be-874a-afc2d71b1ac6.</a:t>
            </a:r>
          </a:p>
          <a:p>
            <a:pPr marL="342900" indent="-171450"/>
            <a:r>
              <a:rPr lang="en-US" sz="1600"/>
              <a:t>Evidence decision ID: ev_4eefcac9-a038-4a52-9822-7dc6f501d8b0.</a:t>
            </a:r>
          </a:p>
          <a:p>
            <a:pPr marL="342900" indent="-171450"/>
            <a:r>
              <a:rPr lang="en-US" sz="1600"/>
              <a:t>Governance view ID: gv_6dcc9be7-1a00-4c00-8569-7a59db1ae61b.</a:t>
            </a:r>
          </a:p>
          <a:p>
            <a:pPr marL="342900" indent="-171450"/>
            <a:r>
              <a:rPr lang="en-US" sz="1600"/>
              <a:t>RBAC role: LND_MANAGER; masked: no.</a:t>
            </a:r>
          </a:p>
          <a:p>
            <a:pPr marL="342900" indent="-171450"/>
            <a:r>
              <a:rPr lang="en-US" sz="1600"/>
              <a:t>LLM enabled: no; model: gpt-4o-mini.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L&amp;D Reporting 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creator>SETA L&amp;D Reporting Agent</dc:creator>
  <cp:lastModifiedBy>SETA L&amp;D Reporting Agent</cp:lastModifiedBy>
  <dcterms:created xsi:type="dcterms:W3CDTF">2026-06-17T05:39:21.057Z</dcterms:created>
  <dcterms:modified xsi:type="dcterms:W3CDTF">2026-06-17T05:39:21.057Z</dcterms:modified>
</cp:coreProperties>
</file>