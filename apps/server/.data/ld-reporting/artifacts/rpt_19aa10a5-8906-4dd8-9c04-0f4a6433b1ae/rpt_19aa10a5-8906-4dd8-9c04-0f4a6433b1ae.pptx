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1:58:19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comprised three completed courses with a total of 59 trainees. The overall attendance rate was 92.9%, and the completion rate was 98.3%. The pass rate stood at 89.8%, with an average score of 7.59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rpt_19aa10a5-8906-4dd8-9c04-0f4a6433b1ae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ds_636f955cca70719f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mx_a88584a2-6e55-4099-a50a-ee71ad72265a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ev_4634563a-da3c-4d0b-82be-d1fbc694a31d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gv_4fda1e7b-55e3-4d04-a78f-74e2dd93e09a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2026-06-17T06:58:29Z</dcterms:created>
  <dcterms:modified xsi:type="dcterms:W3CDTF">2026-06-17T06:58:29Z</dcterms:modified>
</cp:coreProperties>
</file>