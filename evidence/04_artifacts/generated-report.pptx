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1:44:15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rpt_20e6f8cc-c357-4a4d-8744-8c5cb556b73f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ds_c7555a48daf1af98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mx_06086b3a-68ea-4748-a633-9593f317f41d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ev_9fff1d7f-f446-4e82-ae3c-cdf2a6c763bc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gv_55efc7af-b79a-4726-9d99-8651552f8240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2026-06-22T18:44:16Z</dcterms:created>
  <dcterms:modified xsi:type="dcterms:W3CDTF">2026-06-22T18:44:16Z</dcterms:modified>
</cp:coreProperties>
</file>