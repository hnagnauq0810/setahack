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has achieved a completion rate of 100% with an overall attendance rate of 90.4%. The pass rate stands at 92.3%, and the average score is 7.88 out of 10. Despite these positive metrics, the overall effectiveness classification is marked as Risk, indicating potential areas for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Furthermore, a review of course content and delivery methods should be conducted to enhance overall effectiveness and address the Risk classification.
Owner: L&amp;D Manager
Outcome: Improve training effectiveness and repeatability.
4. Continuous monitoring of trainee performance and feedback will be essential to ensure sustained improvement.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1:36:19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Furthermore, a review of course content and delivery methods should be conducted to enhance overall effectiveness and address the Risk classification.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Continuous monitoring of trainee performance and feedback will be essential to ensure sustained improvement.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Furthermore, a review of course content and delivery methods should be conducted to enhance overall effectiveness and address the Risk classification.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Continuous monitoring of trainee performance and feedback will be essential to ensure sustained improvement.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rpt_f8677e51-c149-4544-9744-74653505b662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ds_ac2f3a78d220e413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mx_55d8db1b-594e-4dcc-ac52-aba3e35e4814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ev_37a4fd7e-effb-4b5c-98de-398f92bae09f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gv_6650053b-edf3-4993-bdd4-5c94845d03ec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2026-06-21T18:36:24Z</dcterms:created>
  <dcterms:modified xsi:type="dcterms:W3CDTF">2026-06-21T18:36:24Z</dcterms:modified>
</cp:coreProperties>
</file>