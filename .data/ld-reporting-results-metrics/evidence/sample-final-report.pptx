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10:30:44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rpt_8225c113-cc1c-45d8-86d8-fa8d53891b45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ds_c36f5c50f3e1d0f1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mx_f9a6ef0a-131f-432d-82ec-3970778b6ad3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ev_ac432734-efc6-47d7-876e-31fbf579adbf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gv_362ab3a3-33a6-445e-9b83-12940538ada4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2026-06-22T15:30:45Z</dcterms:created>
  <dcterms:modified xsi:type="dcterms:W3CDTF">2026-06-22T15:30:45Z</dcterms:modified>
</cp:coreProperties>
</file>