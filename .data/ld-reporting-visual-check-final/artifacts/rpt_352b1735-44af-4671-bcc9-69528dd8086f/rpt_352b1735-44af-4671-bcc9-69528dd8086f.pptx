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has achieved a high completion rate of 100% and an attendance rate of 90.4%. However, the overall effectiveness classification is marked as Risk due to the pass rate of 92.3%, which is close to the threshold for concern, and the average score of 7.88/10, which, while above the minimum, suggests room for improvement. Additionally, feedback ratings are strong at 4.73/5, indicating trainee satisfaction.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Additionally, a review of the course delivery methods may be beneficial to improve engagement and understanding, potentially increasing the average score and overall effectiveness.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1:12:32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the course delivery methods may be beneficial to improve engagement and understanding, potentially increasing the average score and overall effectiveness.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a review of the course delivery methods may be beneficial to improve engagement and understanding, potentially increasing the average score and overall effectiveness.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rpt_352b1735-44af-4671-bcc9-69528dd8086f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ds_7f1a54d05f2c00f5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mx_64861c3c-f87b-41e7-a334-aba3b2c2f3a3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ev_66e3f898-9b88-412f-a97a-db2cd283ee15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gv_e390c68b-01c7-432d-9cb3-38b416d3ac2b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2026-06-21T18:12:37Z</dcterms:created>
  <dcterms:modified xsi:type="dcterms:W3CDTF">2026-06-21T18:12:37Z</dcterms:modified>
</cp:coreProperties>
</file>