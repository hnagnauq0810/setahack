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course 'AI Agent &amp; LLM Application Development' has been completed with a high attendance rate of 90.4% and a completion rate of 100%. The overall pass rate stands at 92.3%, with an average score of 7.88 out of 10. Despite these positive metrics, the overall effectiveness classification is marked as Risk, indicating potential areas for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AIAgent_05_2026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1:09:24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reviewing course content and delivery methods to address the effectiveness classification of Risk, ensuring that all learners achieve the desired outcomes.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48132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48132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48132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consider reviewing course content and delivery methods to address the effectiveness classification of Risk, ensuring that all learners achieve the desired outcomes.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rpt_72ad1589-30b1-4e03-ac9e-e1b5db7cf30e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ds_f0fda4a639fc2f5a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mx_65c29907-d2a4-4644-ad3a-4c8f9b827982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ev_5d25c755-06f8-41d8-b9f3-1ec83d5b7a85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gv_f4bdd5fb-c192-4928-b5af-b4b5e8e55478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2026-06-21T18:09:29Z</dcterms:created>
  <dcterms:modified xsi:type="dcterms:W3CDTF">2026-06-21T18:09:29Z</dcterms:modified>
</cp:coreProperties>
</file>