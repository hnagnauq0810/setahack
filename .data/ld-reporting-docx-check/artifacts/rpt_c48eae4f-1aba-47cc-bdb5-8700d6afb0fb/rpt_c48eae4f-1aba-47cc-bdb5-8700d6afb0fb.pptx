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 Management interpretation: The training course 'AI Agent &amp; LLM Application Development' has been completed with a total of 13 trainees. The overall attendance rate is 90.4%, and the completion rate is 100%, indicating strong engagement and fulfillment of course requirements. The pass rate stands at 92.3%, with an average score of 7.88 out of 10, reflecting satisfactory performance. However, the overall effectiveness classification is marked as Risk, suggesting potential areas for improvement despite the positive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Continuous monitoring of trainee performance and feedback should be prioritized to ensure that all participants can achieve their learning objectives.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AIAgent_05_2026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1:32:20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Continuous monitoring of trainee performance and feedback should be prioritized to ensure that all participants can achieve their learning objectives.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Continuous monitoring of trainee performance and feedback should be prioritized to ensure that all participants can achieve their learning objectives.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AIAgent_05_2026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rpt_c48eae4f-1aba-47cc-bdb5-8700d6afb0fb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ds_c4d7a43d7161ad9f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mx_c7f55415-ba94-4141-8fac-a1c7fb63e48f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ev_f4d2e1a2-c7b6-4d67-81da-21bfc64193b0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gv_9937f98a-6d15-4066-abf8-97702489a934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2026-06-21T18:32:25Z</dcterms:created>
  <dcterms:modified xsi:type="dcterms:W3CDTF">2026-06-21T18:32:25Z</dcterms:modified>
</cp:coreProperties>
</file>