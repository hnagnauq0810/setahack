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10:32:24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rpt_67f0433e-8bdf-423a-a218-9ed9bf5a3539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ds_ba7f87c7c2e4ebac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mx_f8a5744b-30cd-49c6-9a83-721d3d8739ed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ev_01a8ed05-11cf-454b-8692-d0fd227bdcc9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gv_8299b79d-9cdf-4f3c-aa7f-96e3494bbf17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2026-06-22T15:32:25Z</dcterms:created>
  <dcterms:modified xsi:type="dcterms:W3CDTF">2026-06-22T15:32:25Z</dcterms:modified>
</cp:coreProperties>
</file>