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12:51:37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8811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90.4%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100%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5404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46252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89.5/100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33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rpt_37b4a37c-0244-4a73-88fc-6d9a6e9abbfd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ds_e914f963b146c9e4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mx_a663777e-c875-40df-adf9-543a75a3d567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ev_5132e3b3-0dd0-4c4b-9628-ec16daacd5d4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gv_da416f2e-1b74-4c63-96e5-6fe90e67f36c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2026-06-21T17:51:37Z</dcterms:created>
  <dcterms:modified xsi:type="dcterms:W3CDTF">2026-06-21T17:51:37Z</dcterms:modified>
</cp:coreProperties>
</file>