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12:51:55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rpt_19dc7ddb-87d5-4e2b-99db-f35cf5397e60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ds_12cca9443c7a424b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mx_86230423-272a-4774-a002-1709206faf53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ev_22166562-3584-4bd6-9c3e-b7db0a9db0c1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gv_b2095cfe-768b-4a4b-aead-c3d1079b3be6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2026-06-22T17:51:56Z</dcterms:created>
  <dcterms:modified xsi:type="dcterms:W3CDTF">2026-06-22T17:51:56Z</dcterms:modified>
</cp:coreProperties>
</file>