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9:58:59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rpt_ccf6e35d-c54f-4f3e-b8a5-16e30bae2b36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ds_645857a7ef26aed0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mx_bb98c86f-ae8e-4103-ada5-d4bd7d24a270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ev_89e00467-388d-4e46-87bc-1441a2bbae11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gv_6b772e88-8506-492e-bda2-356af1a28098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2026-06-22T14:58:59Z</dcterms:created>
  <dcterms:modified xsi:type="dcterms:W3CDTF">2026-06-22T14:58:59Z</dcterms:modified>
</cp:coreProperties>
</file>