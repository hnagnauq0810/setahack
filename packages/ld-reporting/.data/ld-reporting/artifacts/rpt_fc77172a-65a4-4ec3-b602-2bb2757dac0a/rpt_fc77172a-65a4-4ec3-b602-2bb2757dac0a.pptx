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Increase Technical Leadership &amp; Communication pass rate from 0% to at least 80% (+80 percentage points) in the next cohort.
2. Mark as Incomplete; recommend re-enrollment in next cohort
Owner: L&amp;D Manager
Outcome: Reduce incomplete or missing-assessment learner records from 8 to 0 before the next cohort closes.
3. Do not publish a final effectiveness conclusion until blocked evidence items are resolved.
Owner: L&amp;D Manager
Outcome: Reduce Evidence Gate blockers from 1 to 0 and move report readiness from BLOCKED to PASS before publication.
4. Assign a coaching owner for support-needed learners and review attendance issues with direct managers.
Owner: Team Manager + L&amp;D
Outcome: Increase Technical Leadership &amp; Communication attendance from 47.9% to at least 85% (+37.1 percentage points) in the next 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12:51:57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Increase Technical Leadership &amp; Communication pass rate from 0% to at least 80% (+80 percentage points) in the next cohort.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8 to 0 before the next cohort closes.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5409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5409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4164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4164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Increase Technical Leadership &amp; Communication attendance from 47.9% to at least 85% (+37.1 percentage points) in the next cohort.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Increase Technical Leadership &amp; Communication pass rate from 0% to at least 80% (+80 percentage points) in the next cohort.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8 to 0 before the next cohort closes.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Increase Technical Leadership &amp; Communication attendance from 47.9% to at least 85% (+37.1 percentage points) in the next cohort.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rpt_fc77172a-65a4-4ec3-b602-2bb2757dac0a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ds_ae087d266ec18315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mx_748bbda2-c351-4c93-b44d-dce952447457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ev_2a3cd6ec-67ec-4ba9-bdf0-ee0585723d1c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gv_ca7ed145-019f-4767-a02d-c9857a2a194f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2026-06-22T17:51:57Z</dcterms:created>
  <dcterms:modified xsi:type="dcterms:W3CDTF">2026-06-22T17:51:57Z</dcterms:modified>
</cp:coreProperties>
</file>