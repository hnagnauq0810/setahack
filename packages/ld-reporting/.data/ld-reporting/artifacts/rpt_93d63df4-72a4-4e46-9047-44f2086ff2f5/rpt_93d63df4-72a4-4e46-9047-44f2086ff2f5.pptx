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1 to 0 (100% resolution against pass-score and attendance policy) by the next cohort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1:24:05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rpt_93d63df4-72a4-4e46-9047-44f2086ff2f5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ds_d96d0bba7a4fa492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mx_413c3630-9a44-4a01-a73f-e3b0b50d293f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ev_01309421-4817-445a-bcb0-d9dc69741933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gv_89e911b0-45f7-4d03-9fcb-b3afe8e11723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2026-06-22T18:24:05Z</dcterms:created>
  <dcterms:modified xsi:type="dcterms:W3CDTF">2026-06-22T18:24:05Z</dcterms:modified>
</cp:coreProperties>
</file>