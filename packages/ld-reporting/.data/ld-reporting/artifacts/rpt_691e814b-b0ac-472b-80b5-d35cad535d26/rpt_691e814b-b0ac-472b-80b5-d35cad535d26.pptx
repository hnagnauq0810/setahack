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6:17:18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Technical Leadership &amp; Communic...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47.9%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N/A/10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25.58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rpt_691e814b-b0ac-472b-80b5-d35cad535d26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ds_7fa9410a6f748e02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mx_ac9fb2fd-3974-4a0c-98b1-07a5babae320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ev_ad26e94b-6b99-4791-9876-b14236077de9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gv_f837e449-d847-4d1e-a2b3-da0cb1f8ec1f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2026-06-21T11:17:19Z</dcterms:created>
  <dcterms:modified xsi:type="dcterms:W3CDTF">2026-06-21T11:17:19Z</dcterms:modified>
</cp:coreProperties>
</file>