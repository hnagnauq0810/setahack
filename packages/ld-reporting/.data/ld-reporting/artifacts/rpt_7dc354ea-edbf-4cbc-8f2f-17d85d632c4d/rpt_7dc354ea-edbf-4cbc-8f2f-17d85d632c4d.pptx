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10:19:46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rpt_7dc354ea-edbf-4cbc-8f2f-17d85d632c4d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ds_2c7cfb6206cb016d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mx_7a543b67-93a2-4895-89f1-7415b31e2e80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ev_58df3523-be6d-45ba-a928-472786b733d4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gv_1de48e53-a125-48f6-968d-a7ce96a4ff1f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2026-06-22T15:19:46Z</dcterms:created>
  <dcterms:modified xsi:type="dcterms:W3CDTF">2026-06-22T15:19:46Z</dcterms:modified>
</cp:coreProperties>
</file>