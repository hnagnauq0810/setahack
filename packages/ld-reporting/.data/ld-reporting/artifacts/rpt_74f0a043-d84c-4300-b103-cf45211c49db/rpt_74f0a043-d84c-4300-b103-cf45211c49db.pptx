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2:49:11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rpt_74f0a043-d84c-4300-b103-cf45211c49db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ds_afb960fdc8bc591c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mx_b13676c4-51b5-47d2-a35d-212d673c6c20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ev_48671e8f-260b-497a-9d3c-5ca26191bf3b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gv_3ef3a891-79f3-4e7e-a026-fa8a08fd21d3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2026-06-22T07:49:13Z</dcterms:created>
  <dcterms:modified xsi:type="dcterms:W3CDTF">2026-06-22T07:49:13Z</dcterms:modified>
</cp:coreProperties>
</file>