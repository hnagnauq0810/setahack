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Technical Leadership &amp; Communication
Learners: 8
Attendance: 47.9%
Completion: 0%
Pass rate: 0%
Average score: N/A/10
Effectiveness: 25.58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course for content review; notify L&amp;D manager
Owner: Team Manager + L&amp;D
Outcome: Improve training effectiveness and repeatability.
2. Mark as Incomplete; recommend re-enrollment in next cohort
Owner: L&amp;D Manager
Outcome: Improve training effectiveness and repeatability.
3. Block final conclusion; flag data incomplete
Owner: L&amp;D Manager
Outcome: Improve training effectiveness and repeatability.
4. Do not publish a final effectiveness conclusion until blocked evidence items are resolved.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25.6/100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 reportable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525597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47.9%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5:00:58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0 completed course(s), and 8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47.9%, completion is 0%, pass rate is 0%, and average score is N/A/10.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34.5 and scaled cost is 4.8.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124391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47.9%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664286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25.6/100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(91%)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(9%)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Technical Leadership &amp; Communication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2216268" cy="164592"/>
          </a:xfrm>
          <a:prstGeom prst="roundRect">
            <a:avLst>
              <a:gd name="adj" fmla="val 22222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47.9%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25.58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8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N/A/10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rpt_303d950b-2923-49d5-86be-97c187085a2f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ds_b4f8becafbf1c9b6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mx_e63c8250-5796-4b25-9a57-ff92c0e1b208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ev_5ca5038f-13ef-4c0c-a234-80cd82484633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gv_7fd276cc-d9ea-4a50-8150-3c0573e2e0df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2026-06-22T10:00:59Z</dcterms:created>
  <dcterms:modified xsi:type="dcterms:W3CDTF">2026-06-22T10:00:59Z</dcterms:modified>
</cp:coreProperties>
</file>