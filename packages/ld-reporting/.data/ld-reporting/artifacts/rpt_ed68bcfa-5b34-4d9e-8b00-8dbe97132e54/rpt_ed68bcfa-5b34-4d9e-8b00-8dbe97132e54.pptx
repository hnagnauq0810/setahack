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10:00:00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rpt_ed68bcfa-5b34-4d9e-8b00-8dbe97132e54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ds_ca6c1cb29f16f1c4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mx_a2c62eae-1121-4e68-ba67-b3db52c8ab53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ev_d3fad6dd-5b5f-40c8-b39f-020d4f8085ff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gv_66829f6c-4eef-427a-b50b-6bc641f2cda7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2026-06-22T15:00:00Z</dcterms:created>
  <dcterms:modified xsi:type="dcterms:W3CDTF">2026-06-22T15:00:00Z</dcterms:modified>
</cp:coreProperties>
</file>