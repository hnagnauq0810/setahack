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2:56:15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rpt_f3db304c-e8fe-40cb-974f-342c94a3065c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ds_64409272cd7b1337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mx_6484d7e5-c1c5-46e9-91b8-bd509b94ef71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ev_3adf9afb-a80e-49ad-8917-5105a3b6fad7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gv_de79534a-d11b-44ff-9dce-cb54ce5fa3fd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2026-06-23T07:56:15Z</dcterms:created>
  <dcterms:modified xsi:type="dcterms:W3CDTF">2026-06-23T07:56:15Z</dcterms:modified>
</cp:coreProperties>
</file>