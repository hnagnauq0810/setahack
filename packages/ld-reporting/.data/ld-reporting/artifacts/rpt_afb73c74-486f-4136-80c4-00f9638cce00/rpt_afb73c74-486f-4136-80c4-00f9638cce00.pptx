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1:57:56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rpt_afb73c74-486f-4136-80c4-00f9638cce00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ds_14aa0b44d59e7e74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mx_afde265c-7f66-4e9e-a8bd-59a79df6ac85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ev_044c8fd1-8dd1-4b49-bbc9-4b258fd8b705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gv_aa9beedb-a4ac-4205-becb-9dc06b1bb3d8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2026-06-17T06:57:56Z</dcterms:created>
  <dcterms:modified xsi:type="dcterms:W3CDTF">2026-06-17T06:57:56Z</dcterms:modified>
</cp:coreProperties>
</file>