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10:19:37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rpt_7b2d4b7a-a0be-476c-9d62-1578ff53d46b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ds_aebb7599f526754b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mx_028e9167-ac5e-44e0-b3cc-9f7adc3f67fe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ev_abb8b354-4783-46ec-91fe-34004b2a3120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gv_a64c69d7-f3a7-4b71-8c89-3681d5a710ca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2026-06-22T15:19:46Z</dcterms:created>
  <dcterms:modified xsi:type="dcterms:W3CDTF">2026-06-22T15:19:46Z</dcterms:modified>
</cp:coreProperties>
</file>