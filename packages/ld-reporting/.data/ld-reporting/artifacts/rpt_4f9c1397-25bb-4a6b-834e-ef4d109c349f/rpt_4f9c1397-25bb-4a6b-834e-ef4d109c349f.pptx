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4:42:40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rpt_4f9c1397-25bb-4a6b-834e-ef4d109c349f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ds_dc84bf0a2fa68f47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mx_e1a89ae7-110f-4bfa-a471-28959585ac6f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ev_ff5eb1dc-7b71-4a9b-bbbb-67def1ccd711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gv_73657ad0-7530-452f-88a6-c3cd616c9346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2026-06-21T09:42:40Z</dcterms:created>
  <dcterms:modified xsi:type="dcterms:W3CDTF">2026-06-21T09:42:40Z</dcterms:modified>
</cp:coreProperties>
</file>