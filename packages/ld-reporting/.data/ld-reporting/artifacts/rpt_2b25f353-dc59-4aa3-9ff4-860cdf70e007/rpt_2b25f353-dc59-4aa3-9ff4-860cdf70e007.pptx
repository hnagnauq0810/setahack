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9:59:02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rpt_2b25f353-dc59-4aa3-9ff4-860cdf70e007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ds_3be10025f147d9a2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mx_2e10892a-4163-4c6c-a09a-559fd8719dae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ev_48dc997a-0782-4d97-971f-a78fbae9c024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gv_7148441b-8897-43bc-b5c5-867ba8bfae56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2026-06-22T14:59:09Z</dcterms:created>
  <dcterms:modified xsi:type="dcterms:W3CDTF">2026-06-22T14:59:09Z</dcterms:modified>
</cp:coreProperties>
</file>