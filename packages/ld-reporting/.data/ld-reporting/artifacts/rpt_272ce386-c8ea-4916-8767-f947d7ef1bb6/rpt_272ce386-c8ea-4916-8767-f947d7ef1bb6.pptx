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5:13:40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rpt_272ce386-c8ea-4916-8767-f947d7ef1bb6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ds_9feb3714566ddb66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mx_dc25980f-a7f8-4ff9-a52c-e870b3364801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ev_30e8ecea-8d67-4eb3-bb9f-db75642e7a57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gv_d6ea0a62-c59d-41fd-88a4-21804df02f6c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2026-06-21T10:13:41Z</dcterms:created>
  <dcterms:modified xsi:type="dcterms:W3CDTF">2026-06-21T10:13:41Z</dcterms:modified>
</cp:coreProperties>
</file>