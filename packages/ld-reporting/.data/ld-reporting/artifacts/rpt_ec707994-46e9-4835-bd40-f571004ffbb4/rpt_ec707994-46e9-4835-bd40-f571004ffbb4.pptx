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5:16:00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rpt_ec707994-46e9-4835-bd40-f571004ffbb4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ds_097ed57f04bd0596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mx_2fae2a58-7281-4c2c-8e7b-855418e47ba0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ev_eecdc2ea-35be-440c-b61c-c3e5817877df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gv_7c06ae90-9d45-4ed0-ac6b-e382ed98ed3d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2026-06-22T10:16:00Z</dcterms:created>
  <dcterms:modified xsi:type="dcterms:W3CDTF">2026-06-22T10:16:00Z</dcterms:modified>
</cp:coreProperties>
</file>