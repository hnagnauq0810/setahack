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Technical Leadership &amp; Communication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Evidence gaps block a final effectiveness conclusion.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Leadership_06_2026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6/19/2026, 7:09:00 AM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gaps block a final effectiveness conclusion.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1 course(s), 0 completed course(s), and 8 trainee-course records. Overall attendance is 47.9%, completion is 0%, pass rate is 0%, and average score is N/A/10. Total training hours are 34.5 and scaled cost is 4.8. Final effectiveness conclusion is blocked because required evidence is incomplete or course status is not completed.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blocked until required evidence is resolved.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47.9%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blocked until required evidence is resolved.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blocked until required evidence is resolved.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Teams, OneDrive, Forms, KPI, Rules and Template sheets were mapped to simulated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1 course(s) are not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Warning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×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assessment/pass-status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47.9%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34.5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4.8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Technical Leadership &amp; Communic...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47.9%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N/A/10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25.58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0%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25.58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Technical Leadership &amp; Communication has an effectiveness score of 25.58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0%.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25.58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47.9%, pass rate 0%, average score N/A/10.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Not reportable.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Technical Leadership &amp; Communication has an effectiveness score of 25.58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1 course group contained learners who need support based on score or attendance policy.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Teams, OneDrive, Forms, KPI, Rules and Template sheets were mapped to simulated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 course(s) are not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Warning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×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assessment/pass-status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Consistency: course ID, trainee ID, period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Cross-source course IDs and pass-status logic were checked against the catalog.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Not reportable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10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NORM-01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Pass rate is below 70%.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744468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NORM-03 | Medium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Attendance rate is below 75%.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942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244084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Block final conclusion; flag data incomplete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74236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Do not publish a final effectiveness conclusion until blocked evidence items are resolved.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61788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Low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Use this output as a preliminary readiness report and assign owners to missing evidence items.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Team Manager + L&amp;D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Block final conclusion; flag data incomplete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902512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0800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25956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614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920800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0800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Do not publish a final effectiveness conclusion until blocked evidence items are resolved.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0800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20800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rpt_e753bddf-74a5-4173-b65e-5d97b3eab48b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ds_7ee219b2eaa171eb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mx_329b4567-bb63-4647-943f-fda2b1d1028e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ev_b00d64b8-286a-4e3f-bdf4-b41e559a6163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gv_17d008e2-f5c1-47cc-a033-3c1c0c884145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Technical Leadership &amp; Communication</dc:title>
  <dc:subject>Evidence gaps block a final effectiveness conclusion.</dc:subject>
  <dc:creator>SETA L&amp;D Reporting Agent</dc:creator>
  <cp:lastModifiedBy>SETA L&amp;D Reporting Agent</cp:lastModifiedBy>
  <cp:revision>1</cp:revision>
  <dcterms:created xsi:type="dcterms:W3CDTF">2026-06-19T00:09:00Z</dcterms:created>
  <dcterms:modified xsi:type="dcterms:W3CDTF">2026-06-19T00:09:00Z</dcterms:modified>
</cp:coreProperties>
</file>