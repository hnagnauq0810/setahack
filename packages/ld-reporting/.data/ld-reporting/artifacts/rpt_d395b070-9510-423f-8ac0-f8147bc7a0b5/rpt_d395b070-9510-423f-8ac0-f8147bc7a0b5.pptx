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1:47:16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rpt_d395b070-9510-423f-8ac0-f8147bc7a0b5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ds_5b640b89b6a4f89b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mx_b35a58f1-e664-46eb-995f-503de8ff92b7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ev_f83bed91-ffb6-4ad0-a238-998d117442fc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gv_053e7776-5ba1-41af-a49a-b36aafbae030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2026-06-17T06:47:16Z</dcterms:created>
  <dcterms:modified xsi:type="dcterms:W3CDTF">2026-06-17T06:47:16Z</dcterms:modified>
</cp:coreProperties>
</file>