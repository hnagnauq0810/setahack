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6/18/2026, 2:05:40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rpt_a9901a97-ca54-4ba7-bc09-0b23663c57c8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ds_1a9c9dcedb64fa65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mx_e15c776a-a308-42e4-ae43-e32e889d536d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ev_02b8996e-e714-4721-8913-02fc22ef2212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gv_6f9a7d5f-e42b-4465-8d6e-11c75ab4fc05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2026-06-18T07:05:40Z</dcterms:created>
  <dcterms:modified xsi:type="dcterms:W3CDTF">2026-06-18T07:05:40Z</dcterms:modified>
</cp:coreProperties>
</file>