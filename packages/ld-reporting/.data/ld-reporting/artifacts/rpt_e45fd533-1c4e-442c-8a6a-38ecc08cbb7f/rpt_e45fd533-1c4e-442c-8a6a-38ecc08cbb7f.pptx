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11:34:49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rpt_e45fd533-1c4e-442c-8a6a-38ecc08cbb7f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ds_be305b0b02480d2d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mx_ed8ab729-3562-4289-bea7-e1cc031e7aa9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ev_7687ffdc-115d-43f1-a0fc-a210fde1683d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gv_e1d9191c-d5fd-4bed-be34-be618639565c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2026-06-22T16:34:49Z</dcterms:created>
  <dcterms:modified xsi:type="dcterms:W3CDTF">2026-06-22T16:34:49Z</dcterms:modified>
</cp:coreProperties>
</file>