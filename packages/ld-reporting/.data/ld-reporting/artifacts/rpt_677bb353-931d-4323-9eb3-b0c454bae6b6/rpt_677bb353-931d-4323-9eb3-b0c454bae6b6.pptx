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7:20:40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rpt_677bb353-931d-4323-9eb3-b0c454bae6b6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ds_0f5d6ae6e15a07c9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mx_39d62315-7493-4f97-9acb-ffb08f162725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ev_aa9c7977-9022-43c9-bd67-5ec027438397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gv_1d7c59e9-d388-4794-a6c8-29fc45fcf54c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2026-06-21T12:20:40Z</dcterms:created>
  <dcterms:modified xsi:type="dcterms:W3CDTF">2026-06-21T12:20:40Z</dcterms:modified>
</cp:coreProperties>
</file>