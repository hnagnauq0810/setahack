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2:49:13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rpt_3b494a9f-6205-4524-a8ab-fe69e23823fe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ds_9b29c5457b0098bc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mx_56eade9d-e124-45ee-b577-01062f91ab17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ev_1a5d5009-659c-4c0f-ae36-45a39760fac7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gv_16a4faad-d072-41a9-bfb6-40dc84f8081a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2026-06-22T07:49:13Z</dcterms:created>
  <dcterms:modified xsi:type="dcterms:W3CDTF">2026-06-22T07:49:13Z</dcterms:modified>
</cp:coreProperties>
</file>