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Reduce support-needed learner cases from 7 to 0 (100% resolution against pass-score and attendance policy) by the next cohort review.
2. Mark as Incomplete; recommend re-enrollment in next cohort
Owner: L&amp;D Manager
Outcome: Reduce incomplete or missing-assessment learner records from 1 to 0 before the next cohort closes.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88.2/100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1019373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78626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98.3%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985357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89.8%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6/23/2026, 12:51:58 AM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3 course(s), 3 completed course(s), and 59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92.9%, completion is 98.3%, pass rate is 89.8%, and average score is 7.59/10.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848 and scaled cost is 32.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4125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52749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98.3%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32013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89.8%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291241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88.2/100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rate mix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Attendance, completion, and pass rate by course.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6537960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Attendance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7690104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27264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Completion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8842248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79408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Pass rate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6739128" y="5349240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39128" y="3808476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39128" y="2267712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57288" y="2517316"/>
            <a:ext cx="118872" cy="283192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12736" y="2350913"/>
            <a:ext cx="118872" cy="299832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68184" y="2600517"/>
            <a:ext cx="118872" cy="274872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57416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Automation Te...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8723376" y="2390973"/>
            <a:ext cx="118872" cy="295826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78824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03427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3504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DevOps Fundam...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10189464" y="2474174"/>
            <a:ext cx="118872" cy="287506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34491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500360" y="2782327"/>
            <a:ext cx="118872" cy="256691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89592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AWS Cloud Arc...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Distribution and risk signals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effectiveness comparison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Effectiveness score by course, using the validated L&amp;D scoring model.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Automation Testing with...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250470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86.7/100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318516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DevOps Fundamentals: CI...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33146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331464"/>
            <a:ext cx="23964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3090" y="328574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317601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92.3/100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445008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AWS Cloud Architecture ...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459638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4596384"/>
            <a:ext cx="2227098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03090" y="455066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444093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85.8/100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8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 (88%)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(13%)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78992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78992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Reduce support-needed learner cases from 7 to 0 (100% resolution against pass-score and attendance policy) by the next cohort review.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66544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66544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Reduce incomplete or missing-assessment learner records from 1 to 0 before the next cohort closes.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3321558" y="1490472"/>
            <a:ext cx="5564124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065526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065526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5271516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41285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49057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35808"/>
            <a:ext cx="490575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187952"/>
            <a:ext cx="49057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443984"/>
            <a:ext cx="49057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Reduce support-needed learner cases from 7 to 0 (100% resolution against pass-score and attendance policy) by the next cohort review.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8629650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29650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249924" y="1938528"/>
            <a:ext cx="5271516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32804" y="2212848"/>
            <a:ext cx="41285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6432804" y="2633472"/>
            <a:ext cx="49057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432804" y="3035808"/>
            <a:ext cx="490575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6432804" y="4187952"/>
            <a:ext cx="49057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6432804" y="4443984"/>
            <a:ext cx="49057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Reduce incomplete or missing-assessment learner records from 1 to 0 before the next cohort closes.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rpt_4409ccef-3a93-476b-8294-61a5776f79e1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ds_4e510672d5439c06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mx_92adf100-4dd8-4fba-bccf-96eb63268c19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ev_6e08c310-7087-4e1c-84bb-76e639f032fa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gv_a82ba054-78a3-4636-97ed-8a399ac21342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2026-06-22T17:51:59Z</dcterms:created>
  <dcterms:modified xsi:type="dcterms:W3CDTF">2026-06-22T17:51:59Z</dcterms:modified>
</cp:coreProperties>
</file>