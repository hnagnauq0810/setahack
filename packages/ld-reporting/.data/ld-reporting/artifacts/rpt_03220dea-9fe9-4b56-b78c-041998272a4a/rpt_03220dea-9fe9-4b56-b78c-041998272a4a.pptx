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2:17:40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rpt_03220dea-9fe9-4b56-b78c-041998272a4a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ds_2eb8777ed2ef5d76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mx_2ac26057-86b0-479e-b67e-7a8c033d154c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ev_618ef304-8ae6-4e69-8dd9-ec9b7d06ec1a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gv_d4517993-eeee-47ba-9d08-10e77c820d05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2026-06-17T07:17:41Z</dcterms:created>
  <dcterms:modified xsi:type="dcterms:W3CDTF">2026-06-17T07:17:41Z</dcterms:modified>
</cp:coreProperties>
</file>