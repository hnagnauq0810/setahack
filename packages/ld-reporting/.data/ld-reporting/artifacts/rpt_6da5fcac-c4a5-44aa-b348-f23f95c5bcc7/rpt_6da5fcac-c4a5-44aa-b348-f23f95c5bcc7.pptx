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1:46:25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rpt_6da5fcac-c4a5-44aa-b348-f23f95c5bcc7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ds_86eff778895defc7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mx_ea9695d9-0a7c-478c-a684-b7c6fe469471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ev_c083409f-b8ec-4833-baeb-9cf3348d1097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gv_3a0e1110-24fd-477a-81a8-52873a689573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2026-06-17T06:46:25Z</dcterms:created>
  <dcterms:modified xsi:type="dcterms:W3CDTF">2026-06-17T06:46:25Z</dcterms:modified>
</cp:coreProperties>
</file>