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2:19:44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rpt_0426db2f-fa21-4010-a526-98592ba7056a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ds_9a5c18fb97422a5e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mx_a3811bef-c122-4f1d-89fe-e65f191f4289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ev_9d3b1575-33c3-4d2c-88d5-4a4cc12f3221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gv_8f358fd8-4459-4c28-8e70-054f7ec05ff3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2026-06-17T07:19:44Z</dcterms:created>
  <dcterms:modified xsi:type="dcterms:W3CDTF">2026-06-17T07:19:44Z</dcterms:modified>
</cp:coreProperties>
</file>