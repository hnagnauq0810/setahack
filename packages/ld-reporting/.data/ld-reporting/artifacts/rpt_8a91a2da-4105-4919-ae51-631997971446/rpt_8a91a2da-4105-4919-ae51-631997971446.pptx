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3:33:52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rpt_8a91a2da-4105-4919-ae51-631997971446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ds_b3010ae7b935f34b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mx_3bd6fea0-98a0-4d32-9b87-7aefbe6790b6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ev_299ce90b-23dc-406d-aafb-eca3f65f65c2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gv_e03f69ea-6385-4b63-85ac-5f648fe36d35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2026-06-22T08:33:52Z</dcterms:created>
  <dcterms:modified xsi:type="dcterms:W3CDTF">2026-06-22T08:33:52Z</dcterms:modified>
</cp:coreProperties>
</file>