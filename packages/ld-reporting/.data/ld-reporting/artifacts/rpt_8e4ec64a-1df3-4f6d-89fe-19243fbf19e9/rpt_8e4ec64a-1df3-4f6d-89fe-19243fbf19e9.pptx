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5:13:41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rpt_8e4ec64a-1df3-4f6d-89fe-19243fbf19e9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ds_c00f6bd3d16facf4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mx_fa6c5afb-4471-4d29-acd2-8650ce51a8bf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ev_ed23df2f-5ab3-40ed-929f-adfc9dcebcc3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gv_d451df38-a82c-4724-b1ad-9e31fc1408dc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2026-06-21T10:13:41Z</dcterms:created>
  <dcterms:modified xsi:type="dcterms:W3CDTF">2026-06-21T10:13:41Z</dcterms:modified>
</cp:coreProperties>
</file>