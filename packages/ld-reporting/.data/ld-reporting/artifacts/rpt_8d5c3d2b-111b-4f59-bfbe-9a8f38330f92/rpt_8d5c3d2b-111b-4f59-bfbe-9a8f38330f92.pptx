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11:36:00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rpt_8d5c3d2b-111b-4f59-bfbe-9a8f38330f92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ds_5735913bb4e887d9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mx_1abd92c5-410e-4b53-99af-c01f7dc283d8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ev_0c01ced6-5d76-412b-8a66-ad5b1db3b7ba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gv_cd7f9feb-294b-46ae-8e27-ec68472b07fa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2026-06-22T16:36:01Z</dcterms:created>
  <dcterms:modified xsi:type="dcterms:W3CDTF">2026-06-22T16:36:01Z</dcterms:modified>
</cp:coreProperties>
</file>