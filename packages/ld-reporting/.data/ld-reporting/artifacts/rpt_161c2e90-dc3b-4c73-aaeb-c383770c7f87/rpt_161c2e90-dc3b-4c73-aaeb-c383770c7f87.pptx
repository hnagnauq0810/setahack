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AI Agent &amp; LLM Application Development
Learners: 13
Attendance: 90.4%
Completion: 100%
Pass rate: 92.3%
Average score: 7.88/10
Effectiveness: 89.47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
3. Assign a coaching owner for support-needed learners and review attendance issues with direct managers.
Owner: Team Manager + L&amp;D
Outcome: Improve learner recovery and reduce support-needed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89.5/100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991941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127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2:19:07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13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90.4%, completion is 100%, pass rate is 92.3%, and average score is 7.88/10.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188 and scaled cost is 9.6.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4759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90.4%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9693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2344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89.5/100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AI Agent &amp; LLM Application Development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18268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90.4%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27059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92.3%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89.47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7.88/10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94204" y="1490472"/>
            <a:ext cx="7418832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38172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38172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4248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7906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95216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8096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5190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848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4578096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8096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8096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8096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9557004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7004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04632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87512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8287512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287512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287512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287512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rpt_161c2e90-dc3b-4c73-aaeb-c383770c7f87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ds_4e964dae88b57a1d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mx_442736c1-d5c7-4652-bad3-32e742afcf70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ev_ec3752d9-04d6-4515-b5da-eedf37f71df1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gv_37e59566-bd36-4c27-b8ce-dfee79f4632a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2026-06-21T19:19:08Z</dcterms:created>
  <dcterms:modified xsi:type="dcterms:W3CDTF">2026-06-21T19:19:08Z</dcterms:modified>
</cp:coreProperties>
</file>