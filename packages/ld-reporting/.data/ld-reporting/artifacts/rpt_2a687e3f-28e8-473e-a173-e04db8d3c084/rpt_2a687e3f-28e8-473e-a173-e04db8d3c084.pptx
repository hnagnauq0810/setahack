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10:28:11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rpt_2a687e3f-28e8-473e-a173-e04db8d3c084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ds_2581fe375d00b0f5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mx_c1674140-be25-4645-86a0-0dc7f42f2c19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ev_8bb07c09-df8d-4077-8415-71fc9bf7e4e7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gv_0de8f629-619e-4d1c-badd-c5ac003b7ade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2026-06-22T15:28:11Z</dcterms:created>
  <dcterms:modified xsi:type="dcterms:W3CDTF">2026-06-22T15:28:11Z</dcterms:modified>
</cp:coreProperties>
</file>