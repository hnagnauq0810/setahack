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— Leadership_06_2026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6/17/2026, 2:18:50 PM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Technical Leadership &amp; Communic...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47.9%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N/A/10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25.58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the strongest effectiveness score (25.58)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rpt_6dae73be-21ad-4a25-810b-403e951168fd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ds_5ff67e2397949736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mx_501c4698-05bc-43d4-bff8-6d38ce9814d6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ev_adbd9bbe-6add-4d29-a269-a48e62dff4f5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gv_03bfe2d4-95fa-49d9-a365-e72a89766353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— Leadership_06_2026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2026-06-17T07:18:50Z</dcterms:created>
  <dcterms:modified xsi:type="dcterms:W3CDTF">2026-06-17T07:18:50Z</dcterms:modified>
</cp:coreProperties>
</file>