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2:15:00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rpt_fe898261-03f8-443e-b8dd-6e979a760961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ds_54fe0f272b82104d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mx_29af2270-f2b5-4858-8cf7-6b20bd7d92b6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ev_37358b87-1121-43e8-8167-2f431e369fed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gv_6a976083-5e47-4e5c-98ca-e19744481a12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2026-06-21T19:15:00Z</dcterms:created>
  <dcterms:modified xsi:type="dcterms:W3CDTF">2026-06-21T19:15:00Z</dcterms:modified>
</cp:coreProperties>
</file>