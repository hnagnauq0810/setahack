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1:39:31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rpt_a0df53ad-30a3-47b8-bc04-275a4a4e8647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ds_9604320c56c5e445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mx_d0d1476e-1216-4cd9-9727-188fce7c768a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ev_6121e7bc-6d26-487a-a78a-bc6ab20ec414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gv_8b86b888-9021-4bdd-858f-b278055fdd6c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2026-06-22T18:39:32Z</dcterms:created>
  <dcterms:modified xsi:type="dcterms:W3CDTF">2026-06-22T18:39:32Z</dcterms:modified>
</cp:coreProperties>
</file>