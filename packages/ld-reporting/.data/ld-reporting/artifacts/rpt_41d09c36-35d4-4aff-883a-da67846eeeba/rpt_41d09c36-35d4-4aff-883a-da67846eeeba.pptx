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1:08:48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rpt_41d09c36-35d4-4aff-883a-da67846eeeba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ds_7de7f24dde96af96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mx_2492b2c7-c96d-4458-988c-413fab9430a4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ev_37646c65-56a9-4a5a-9fe8-05aacfc03c5c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gv_771ba195-3045-4198-a713-7f41d1c08ff6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2026-06-21T18:08:48Z</dcterms:created>
  <dcterms:modified xsi:type="dcterms:W3CDTF">2026-06-21T18:08:48Z</dcterms:modified>
</cp:coreProperties>
</file>