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5:15:58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rpt_8a8d408e-04a5-45af-9057-9a4739634ef0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ds_17de97f856b84dcd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mx_c4cbe077-a700-4089-b230-340f621d9878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ev_335869b7-4107-4dbc-bf6d-5537437a8fcd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gv_a2aca55b-97a4-4c48-860e-4495a2c04d48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2026-06-22T10:15:59Z</dcterms:created>
  <dcterms:modified xsi:type="dcterms:W3CDTF">2026-06-22T10:15:59Z</dcterms:modified>
</cp:coreProperties>
</file>