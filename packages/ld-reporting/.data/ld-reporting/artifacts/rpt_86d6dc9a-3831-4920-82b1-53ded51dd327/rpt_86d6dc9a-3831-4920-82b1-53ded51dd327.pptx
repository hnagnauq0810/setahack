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2:15:29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rpt_86d6dc9a-3831-4920-82b1-53ded51dd327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ds_e259c0d81c9c8cf0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mx_c329ca81-8260-4452-8142-3dfbb82e6380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ev_01551128-4342-4e92-929f-e9ba752cbff4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gv_41db9975-7124-429e-8506-b6ec20f55376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2026-06-21T19:15:45Z</dcterms:created>
  <dcterms:modified xsi:type="dcterms:W3CDTF">2026-06-21T19:15:45Z</dcterms:modified>
</cp:coreProperties>
</file>