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5:00:59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rpt_2d762973-4228-4fb2-b551-ec958ab3f9ab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ds_9dbaeab73c955680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mx_0e2f52d5-f5fa-4f96-9a80-bfe5d2d58dec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ev_71dbe951-f6f1-4a44-b430-5c710adc1421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gv_200f13f2-2e6a-4f14-a6f0-827286cd51a3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2026-06-22T10:00:59Z</dcterms:created>
  <dcterms:modified xsi:type="dcterms:W3CDTF">2026-06-22T10:00:59Z</dcterms:modified>
</cp:coreProperties>
</file>