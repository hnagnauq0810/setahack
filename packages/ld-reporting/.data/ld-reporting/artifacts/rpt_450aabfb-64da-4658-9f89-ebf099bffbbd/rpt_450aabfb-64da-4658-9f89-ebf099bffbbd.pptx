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12:24:18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rpt_450aabfb-64da-4658-9f89-ebf099bffbbd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ds_3df2c044cacb6de5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mx_cbbed4b9-250d-49e1-8e6f-90497130ee36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ev_3131d344-f687-4231-abf6-64de213f1bfa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gv_e15a8d3a-1710-42f2-bf02-228be291fd2e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2026-06-21T17:24:18Z</dcterms:created>
  <dcterms:modified xsi:type="dcterms:W3CDTF">2026-06-21T17:24:18Z</dcterms:modified>
</cp:coreProperties>
</file>