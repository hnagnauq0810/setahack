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6/21/2026, 7:04:51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rpt_a45c9a93-2fc3-42d6-83d4-2c730f618a68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ds_62df10beb6370c39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mx_62813127-b6bc-4065-ae64-2d24ec2a1491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ev_2a9bf109-7d91-43a7-a250-8139442ae48b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gv_bc25087a-4a82-480b-8fe4-2146a7e72e02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2026-06-21T12:04:51Z</dcterms:created>
  <dcterms:modified xsi:type="dcterms:W3CDTF">2026-06-21T12:04:51Z</dcterms:modified>
</cp:coreProperties>
</file>