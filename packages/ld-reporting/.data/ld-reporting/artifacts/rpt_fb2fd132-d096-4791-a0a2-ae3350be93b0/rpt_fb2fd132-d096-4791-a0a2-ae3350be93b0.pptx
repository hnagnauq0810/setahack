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3:33:50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rpt_fb2fd132-d096-4791-a0a2-ae3350be93b0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ds_78a696b96c5e0f01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mx_0810008c-c8b5-4885-aeb3-06c5f64a40be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ev_4736b65c-8cfd-43e9-9d73-3280912479d2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gv_ec70c3fa-6e52-4597-92b9-f0b02dad969c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2026-06-22T08:33:51Z</dcterms:created>
  <dcterms:modified xsi:type="dcterms:W3CDTF">2026-06-22T08:33:51Z</dcterms:modified>
</cp:coreProperties>
</file>