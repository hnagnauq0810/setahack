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Maintain AWS Cloud Architecture &amp; Services average score at or above the 6.5/10 target (current 7.32/10) in the next cohort.
2. Mark as Incomplete; recommend re-enrollment in next cohort
Owner: L&amp;D Manager
Outcome: Maintain AWS Cloud Architecture &amp; Services average score at or above the 6.5/10 target (current 7.32/10) in the next cohort.
3. Assign a coaching owner, buddy support, and targeted practice resources for the flagged learner.
Owner: L&amp;D Manager
Outcome: Maintain AWS Cloud Architecture &amp; Services average score at or above the 6.5/10 target (current 7.32/10) in the next cohort.
4. Mark incomplete learner records for review and schedule re-enrollment in the next suitable cohort.
Owner: L&amp;D Manager
Outcome: Maintain AWS Cloud Architecture &amp; Services average score at or above the 6.5/10 target (current 7.32/10) in the next cohort.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12:48:58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Maintain AWS Cloud Architecture &amp; Services average score at or above the 6.5/10 target (current 7.32/10) in the next cohort.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Maintain AWS Cloud Architecture &amp; Services average score at or above the 6.5/10 target (current 7.32/10) in the next cohort.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5409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54096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Maintain AWS Cloud Architecture &amp; Services average score at or above the 6.5/10 target (current 7.32/10) in the next cohort.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4164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4164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Maintain AWS Cloud Architecture &amp; Services average score at or above the 6.5/10 target (current 7.32/10) in the next cohort.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920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9200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Maintain Automation Testing with Playwright attendance at or above the 85% target (current 91.9%) in the next cohort.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Maintain AWS Cloud Architecture &amp; Services average score at or above the 6.5/10 target (current 7.32/10) in the next cohort.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Maintain AWS Cloud Architecture &amp; Services average score at or above the 6.5/10 target (current 7.32/10) in the next cohort.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Maintain AWS Cloud Architecture &amp; Services average score at or above the 6.5/10 target (current 7.32/10) in the next cohort.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Maintain AWS Cloud Architecture &amp; Services average score at or above the 6.5/10 target (current 7.32/10) in the next cohort.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rpt_9547abf6-0a9e-4482-bcee-a38494dec91e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ds_58ce7f0f8e8d4b26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mx_ef7f2d50-8b15-44aa-bea2-14f0c87342e5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ev_73cd566b-fe5d-4360-961b-1c9ea8f9c425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gv_c5efdc04-2a19-4db3-978c-e1ccb81e45b3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2026-06-22T17:49:00Z</dcterms:created>
  <dcterms:modified xsi:type="dcterms:W3CDTF">2026-06-22T17:49:00Z</dcterms:modified>
</cp:coreProperties>
</file>