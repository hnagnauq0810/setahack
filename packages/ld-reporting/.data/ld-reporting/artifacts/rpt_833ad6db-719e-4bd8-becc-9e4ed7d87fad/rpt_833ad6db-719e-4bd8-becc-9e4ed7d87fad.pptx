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Maintain AI Agent &amp; LLM Application Development average score at or above the 6.5/10 target (current 7.88/10) in the next cohort.
2. Assign a coaching owner, buddy support, and targeted practice resources for the flagged learner.
Owner: L&amp;D Manager
Outcome: Maintain AI Agent &amp; LLM Application Development average score at or above the 6.5/10 target (current 7.88/10) in the next cohort.
3. Assign a coaching owner for support-needed learners and review attendance issues with direct managers.
Owner: Team Manager + L&amp;D
Outcome: Maintain AI Agent &amp; LLM Application Development attendance at or above the 85% target (current 90.4%)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12:49:01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AI Agent &amp; LLM Application Development average score at or above the 6.5/10 target (current 7.88/10)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AI Agent &amp; LLM Application Development average score at or above the 6.5/10 target (current 7.88/10) in the next cohort.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AI Agent &amp; LLM Application Development attendance at or above the 85% target (current 90.4%)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3051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3051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AI Agent &amp; LLM Application Development average score at or above the 6.5/10 target (current 7.88/10)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35808"/>
            <a:ext cx="3051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187952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443984"/>
            <a:ext cx="3051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AI Agent &amp; LLM Application Development average score at or above the 6.5/10 target (current 7.88/10) in the next cohort.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35808"/>
            <a:ext cx="3051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187952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443984"/>
            <a:ext cx="3051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AI Agent &amp; LLM Application Development attendance at or above the 85% target (current 90.4%)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rpt_833ad6db-719e-4bd8-becc-9e4ed7d87fad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ds_8c0b07933ec22cd4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mx_789f5b65-04ac-45d6-95ad-89e0fc72d5a9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ev_256e7bd2-0af6-4e8b-8b64-a7d04a2ea004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gv_ef628e29-3e36-4ae0-a7d5-2d3e0ad50b5c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2026-06-22T17:49:01Z</dcterms:created>
  <dcterms:modified xsi:type="dcterms:W3CDTF">2026-06-22T17:49:01Z</dcterms:modified>
</cp:coreProperties>
</file>