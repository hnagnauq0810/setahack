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AI Agent &amp; LLM Application Development
Learners: 13
Attendance: 90.4%
Completion: 100%
Pass rate: 92.3%
Average score: 7.88/10
Effectiveness: 89.47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Reduce support-needed learner cases from 1 to 0 (100% resolution against pass-score and attendance policy) by the next cohort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89.5/100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991941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90.4%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1012789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 Agent &amp; LLM Application Development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6/23/2026, 1:44:59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13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90.4%, completion is 100%, pass rate is 92.3%, and average score is 7.88/10.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188 and scaled cost is 9.6.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34759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90.4%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96935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32344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89.5/100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AI Agent &amp; LLM Application Development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18268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90.4%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427059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92.3%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89.47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13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7.88/10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7899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7899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support-needed learner cases from 1 to 0 (100% resolution against pass-score and attendance policy) by the next cohort review.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103620" y="1490472"/>
            <a:ext cx="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47588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475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10835640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10469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35808"/>
            <a:ext cx="10469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187952"/>
            <a:ext cx="10469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443984"/>
            <a:ext cx="10469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support-needed learner cases from 1 to 0 (100% resolution against pass-score and attendance policy) by the next cohort review.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rpt_6009f585-d1ae-4484-ab01-537ddcb0ff2f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ds_a33947df5602117b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mx_a0cb32e5-3855-4ce9-9817-0cb07ab4b650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ev_c3e2f482-5c1c-4e7a-b91a-62f89ab57184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gv_26af209d-14f2-451f-8819-735a8182c65d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2026-06-22T18:44:59Z</dcterms:created>
  <dcterms:modified xsi:type="dcterms:W3CDTF">2026-06-22T18:44:59Z</dcterms:modified>
</cp:coreProperties>
</file>