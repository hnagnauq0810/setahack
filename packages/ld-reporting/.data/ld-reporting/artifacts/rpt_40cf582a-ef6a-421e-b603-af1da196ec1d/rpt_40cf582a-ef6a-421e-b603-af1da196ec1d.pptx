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10:19:49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rpt_40cf582a-ef6a-421e-b603-af1da196ec1d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ds_7364d4b159d33380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mx_eea7a4bb-eb27-4456-bf1b-4cd891d19a30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ev_3aa0d393-45f7-47c1-8a0d-818d767bb69c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gv_a7763d38-8cf5-48b4-9fce-c6502afccaa4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2026-06-22T15:19:49Z</dcterms:created>
  <dcterms:modified xsi:type="dcterms:W3CDTF">2026-06-22T15:19:49Z</dcterms:modified>
</cp:coreProperties>
</file>