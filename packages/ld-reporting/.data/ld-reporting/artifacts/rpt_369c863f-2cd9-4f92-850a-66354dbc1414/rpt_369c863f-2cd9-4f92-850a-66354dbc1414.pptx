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3:23:40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rpt_369c863f-2cd9-4f92-850a-66354dbc1414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ds_75470bb2ec6cd58e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mx_1e8414b9-ae1f-4898-88d8-6836914b3e1a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ev_fff1c7d2-722c-4b65-8c79-83ed34622fc3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gv_57d9bae3-f422-4fdf-9e84-7e8b1ac92178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2026-06-22T08:23:42Z</dcterms:created>
  <dcterms:modified xsi:type="dcterms:W3CDTF">2026-06-22T08:23:42Z</dcterms:modified>
</cp:coreProperties>
</file>