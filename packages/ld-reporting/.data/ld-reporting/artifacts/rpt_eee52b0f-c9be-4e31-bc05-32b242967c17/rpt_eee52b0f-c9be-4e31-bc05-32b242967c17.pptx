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rpt_eee52b0f-c9be-4e31-bc05-32b242967c17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ds_03ec21d661516954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mx_eed7f763-f364-4933-b8e0-6538540aae40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ev_06cf71a5-798f-48dc-ad3f-d796adc8411e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gv_3b77c63f-318e-46c2-9b9e-d849b4cf0c4c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2026-06-21T16:28:51Z</dcterms:created>
  <dcterms:modified xsi:type="dcterms:W3CDTF">2026-06-21T16:28:51Z</dcterms:modified>
</cp:coreProperties>
</file>