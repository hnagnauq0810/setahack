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12:40:23 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72783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6062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90.4%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95528" y="2736342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2882646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2882646"/>
            <a:ext cx="301752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1496" y="2836926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2736342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100%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795528" y="355244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698748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698748"/>
            <a:ext cx="2785171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9744" y="3653028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3552444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92.3%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795528" y="4368546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514850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514850"/>
            <a:ext cx="2699775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60620" y="4469130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4368546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89.5/100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6510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High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8110728" y="2066544"/>
            <a:ext cx="283464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10728" y="2066544"/>
            <a:ext cx="2834640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018520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1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AI Agent &amp; LLM Application Deve...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90.4%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7.88/10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89.47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rpt_822cc46d-51af-4a89-8817-8541f97cc3d9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ds_dff0ee78c57b265f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mx_39704184-dcfb-4495-b1e7-2781e595af40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ev_8016f2af-048b-458a-8155-a4bb1a5fec77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gv_63fdfcde-b7f7-4a5f-993d-e9ae95a1d41b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2026-06-21T17:40:23Z</dcterms:created>
  <dcterms:modified xsi:type="dcterms:W3CDTF">2026-06-21T17:40:23Z</dcterms:modified>
</cp:coreProperties>
</file>