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6:44:34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rpt_05eb3926-192e-4d69-9be7-d40eeaf49c46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ds_c180577990d78cab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mx_ea9e50b3-3b98-491f-b61c-fc36d992a9c1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ev_60fc3a4c-4ce9-4e17-9735-63d9a8e19d37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gv_d8c54fe8-76c9-439c-96c8-cf0b669a5819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2026-06-21T11:44:34Z</dcterms:created>
  <dcterms:modified xsi:type="dcterms:W3CDTF">2026-06-21T11:44:34Z</dcterms:modified>
</cp:coreProperties>
</file>