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10:15:47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rpt_ddcff4a8-8f09-4208-bf91-99e369e5026b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ds_07426b843a108bf3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mx_ec11c3db-56d1-4938-989d-f24defefff2c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ev_52c95122-fdbc-47d7-b909-3d1c532960e8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gv_c208903f-f359-4f5d-a8d4-630b15332736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2026-06-21T15:15:47Z</dcterms:created>
  <dcterms:modified xsi:type="dcterms:W3CDTF">2026-06-21T15:15:47Z</dcterms:modified>
</cp:coreProperties>
</file>