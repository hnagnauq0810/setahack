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3:24:57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rpt_cb7199c7-189e-44a3-836b-3f0774f7cb1e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ds_015cd160c9508ca1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mx_eb889d07-0ac1-4139-a32b-368a57f855b2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ev_6c88b3c4-08d2-4c38-8c8e-5abde4f3a0da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gv_492aeb7c-3488-4d4b-a6e4-9eb3651e3c04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2026-06-22T08:24:58Z</dcterms:created>
  <dcterms:modified xsi:type="dcterms:W3CDTF">2026-06-22T08:24:58Z</dcterms:modified>
</cp:coreProperties>
</file>