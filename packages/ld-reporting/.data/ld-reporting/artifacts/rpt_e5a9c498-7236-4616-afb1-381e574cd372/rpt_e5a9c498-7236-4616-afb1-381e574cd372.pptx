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4:04:21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rpt_e5a9c498-7236-4616-afb1-381e574cd372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ds_0cbcacc3aae26fa3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mx_f0e5084c-dfa5-46a6-8dd4-b0a70d9a11b4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ev_9c55dd4c-61bb-4dad-bde6-a93c9df4c202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gv_bd42f956-d7b3-42df-b6e5-914c177e5b1c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2026-06-22T09:04:23Z</dcterms:created>
  <dcterms:modified xsi:type="dcterms:W3CDTF">2026-06-22T09:04:23Z</dcterms:modified>
</cp:coreProperties>
</file>