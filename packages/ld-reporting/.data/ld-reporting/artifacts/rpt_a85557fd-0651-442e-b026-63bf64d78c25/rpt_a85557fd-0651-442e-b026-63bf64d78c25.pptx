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7:04:51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rpt_a85557fd-0651-442e-b026-63bf64d78c25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ds_bb3fde92e9793377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mx_fe7e681a-254e-41ac-a95f-3f067eb0ac3b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ev_ccef7e82-fb84-4ca4-90bf-e201f724711b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gv_ca1c6407-8412-47cb-99e6-c2553a1f0960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2026-06-21T12:04:51Z</dcterms:created>
  <dcterms:modified xsi:type="dcterms:W3CDTF">2026-06-21T12:04:51Z</dcterms:modified>
</cp:coreProperties>
</file>