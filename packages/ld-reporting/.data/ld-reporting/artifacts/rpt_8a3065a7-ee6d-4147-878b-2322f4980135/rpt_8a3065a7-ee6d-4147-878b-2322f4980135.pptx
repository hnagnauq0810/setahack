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7:20:41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rpt_8a3065a7-ee6d-4147-878b-2322f4980135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ds_a122eb99c40c4d4a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mx_14a1c962-5fac-4547-97d6-9a204a235ab6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ev_7680a70c-fa26-4de4-a2e7-1842a45d2410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gv_cb72d32e-c9df-4786-b979-00c9ae483c38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2026-06-21T12:20:41Z</dcterms:created>
  <dcterms:modified xsi:type="dcterms:W3CDTF">2026-06-21T12:20:41Z</dcterms:modified>
</cp:coreProperties>
</file>