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1:39:30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rpt_0627b058-1791-4c92-99bb-a66e35bebc4e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ds_dc287be4cc39d0e7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mx_6c652fc7-523f-4b57-b488-308d865faae6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ev_2ae8ff26-aaf2-4e79-bcf9-93a067191461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gv_254c8280-08ec-43cd-83de-80c8d98db228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2026-06-22T18:39:31Z</dcterms:created>
  <dcterms:modified xsi:type="dcterms:W3CDTF">2026-06-22T18:39:31Z</dcterms:modified>
</cp:coreProperties>
</file>