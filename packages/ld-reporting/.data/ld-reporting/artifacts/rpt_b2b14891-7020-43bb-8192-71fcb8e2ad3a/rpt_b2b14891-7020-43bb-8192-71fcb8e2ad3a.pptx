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—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Board of Directors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1:46:25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Masked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Restricted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Create a coaching plan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rpt_b2b14891-7020-43bb-8192-71fcb8e2ad3a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ds_a20d123688a92a03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mx_9d052591-90b3-43fc-b423-413e09d6008c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ev_7a611eaa-1d02-400e-a32a-df6988c2a0f8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gv_d9da8546-aef3-4205-868d-8d69a8694bd1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Board of Directors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masked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2026-06-17T06:46:25Z</dcterms:created>
  <dcterms:modified xsi:type="dcterms:W3CDTF">2026-06-17T06:46:25Z</dcterms:modified>
</cp:coreProperties>
</file>