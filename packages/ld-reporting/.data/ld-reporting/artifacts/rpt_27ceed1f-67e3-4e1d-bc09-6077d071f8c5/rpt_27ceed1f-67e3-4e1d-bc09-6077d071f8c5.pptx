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4:58:39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rpt_27ceed1f-67e3-4e1d-bc09-6077d071f8c5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ds_c33a65cd3ebe418a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mx_41cda645-a566-4740-a640-48df9ee2ac78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ev_4114ab95-5593-4755-af78-ace2aa4bdeb8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gv_7efbee26-0446-43ad-93bd-4f0f0a2701e2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2026-06-21T09:58:39Z</dcterms:created>
  <dcterms:modified xsi:type="dcterms:W3CDTF">2026-06-21T09:58:39Z</dcterms:modified>
</cp:coreProperties>
</file>