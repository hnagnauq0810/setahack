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5:14:36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rpt_31b3d91a-8388-4e0f-af33-597359f1b0ee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ds_305591d0af2fad8b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mx_6af4f134-0a4f-4230-b673-8487addeefad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ev_bb130223-0b7e-4cc4-85be-15f5988e61ed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gv_b013b1f4-1776-4861-b077-83bf09c1b6e6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2026-06-22T10:14:36Z</dcterms:created>
  <dcterms:modified xsi:type="dcterms:W3CDTF">2026-06-22T10:14:36Z</dcterms:modified>
</cp:coreProperties>
</file>