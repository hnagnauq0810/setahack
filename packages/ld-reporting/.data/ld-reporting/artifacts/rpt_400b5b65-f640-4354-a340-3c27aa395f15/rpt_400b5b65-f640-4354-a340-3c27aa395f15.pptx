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3:25:00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rpt_400b5b65-f640-4354-a340-3c27aa395f15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ds_9e2cfa94f39215e5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mx_040a5935-669c-4ccb-84db-83a9e11b7746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ev_c030c581-e5d7-453e-9cf9-0ae51a80a31e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gv_9f1c2c0e-bd88-4ed0-b5b9-37394024719f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2026-06-22T08:25:02Z</dcterms:created>
  <dcterms:modified xsi:type="dcterms:W3CDTF">2026-06-22T08:25:02Z</dcterms:modified>
</cp:coreProperties>
</file>