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3:23:43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rpt_60d751dd-f790-4171-b63a-65a38ab9eded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ds_5ada7eb3ceaf75b1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mx_777943ac-f11b-4aaa-9f97-78bb97a1a5a2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ev_8d4de21b-3c2b-47f0-a2ae-dab43aa98646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gv_5611ac37-0a55-4430-a4b4-c18ca373c4ac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2026-06-22T08:23:43Z</dcterms:created>
  <dcterms:modified xsi:type="dcterms:W3CDTF">2026-06-22T08:23:43Z</dcterms:modified>
</cp:coreProperties>
</file>