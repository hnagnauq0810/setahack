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12:24:18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rpt_c549e4e5-1c97-4658-9530-f4e846e8cf9d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ds_083aa17e722e3088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mx_ccf25979-0718-4cf9-90c8-7ef4d329d668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ev_94d9a5bb-9fb8-4264-aa09-e3b0d7c470e2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gv_b4699339-7ed7-4550-a8e6-ef738c1fd59d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2026-06-21T17:24:18Z</dcterms:created>
  <dcterms:modified xsi:type="dcterms:W3CDTF">2026-06-21T17:24:18Z</dcterms:modified>
</cp:coreProperties>
</file>