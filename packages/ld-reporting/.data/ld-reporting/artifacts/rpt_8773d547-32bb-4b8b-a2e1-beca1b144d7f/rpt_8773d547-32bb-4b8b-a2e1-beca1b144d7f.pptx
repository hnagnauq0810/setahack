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7:04:51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rpt_8773d547-32bb-4b8b-a2e1-beca1b144d7f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ds_6ed01b066d77fc92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mx_83344f86-ffda-48b0-b97a-00235d657f97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ev_9f3dbe7d-ce51-4258-8b8a-119e696f2897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gv_70636437-b957-4743-9805-d288f22fed68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2026-06-21T12:04:51Z</dcterms:created>
  <dcterms:modified xsi:type="dcterms:W3CDTF">2026-06-21T12:04:51Z</dcterms:modified>
</cp:coreProperties>
</file>