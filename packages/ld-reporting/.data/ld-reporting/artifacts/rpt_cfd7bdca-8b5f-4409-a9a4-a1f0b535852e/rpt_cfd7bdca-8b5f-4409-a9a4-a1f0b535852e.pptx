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1:57:56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rpt_cfd7bdca-8b5f-4409-a9a4-a1f0b535852e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ds_295c4453b53afef3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mx_f1ec061d-f915-471b-86e0-554ae831ef55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ev_4fc3c59e-552c-4d65-be17-2bfafeec37fd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gv_553436a1-5922-4524-bf84-24d2153e8dae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2026-06-17T06:57:56Z</dcterms:created>
  <dcterms:modified xsi:type="dcterms:W3CDTF">2026-06-17T06:57:56Z</dcterms:modified>
</cp:coreProperties>
</file>