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7:23:25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rpt_12abe29b-97e8-469a-ac4f-e131c26461a4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ds_ea8a4aedffc8cc4b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mx_bab10001-0dd6-4639-9094-fddd672aeee0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ev_24122de8-30c0-4775-99b0-ab50e7d5fe77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gv_084e7ea7-25c4-40bf-aeea-3b399b353455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2026-06-21T12:23:25Z</dcterms:created>
  <dcterms:modified xsi:type="dcterms:W3CDTF">2026-06-21T12:23:25Z</dcterms:modified>
</cp:coreProperties>
</file>