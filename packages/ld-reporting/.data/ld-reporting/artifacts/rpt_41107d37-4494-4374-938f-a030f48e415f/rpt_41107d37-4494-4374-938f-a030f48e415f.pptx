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94944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9" name="Shape 7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9397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11" name="Shape 9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28416" y="37536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Board of Directors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6/19/2026, 7:09:00 AM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6766560" cy="47548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21792" y="1719072"/>
            <a:ext cx="6675120" cy="15544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</a:rPr>
              <a:t>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83296" y="1696212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3" name="Text 11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20370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9262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31" name="Text 29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78154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4" name="Shape 32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37" name="Text 35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570464" y="499719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714500"/>
            <a:ext cx="106984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6289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3147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40005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863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7210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6255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40370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31216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61004"/>
            <a:ext cx="79552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Teams, OneDrive, Forms, KPI, Rules and Template sheets were mapped to simulated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906524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×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76956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assessment/pass-status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247388"/>
            <a:ext cx="768096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Consistency: course ID, trainee ID, period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Cross-source course IDs and pass-status logic were checked against the catalog.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Masked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45309"/>
                </a:solidFill>
              </a:rPr>
              <a:t>Restricted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9466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744468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94276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244084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211580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99132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86684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74236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61788"/>
            <a:ext cx="74980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65836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1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9280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938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4124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4124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4124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84124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5" name="Shape 13"/>
          <p:cNvSpPr/>
          <p:nvPr/>
        </p:nvSpPr>
        <p:spPr>
          <a:xfrm>
            <a:off x="344728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68172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830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363016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63016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63016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3016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3" name="Shape 21"/>
          <p:cNvSpPr/>
          <p:nvPr/>
        </p:nvSpPr>
        <p:spPr>
          <a:xfrm>
            <a:off x="623620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1908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3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7064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0722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641908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1908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1908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41908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1" name="Shape 29"/>
          <p:cNvSpPr/>
          <p:nvPr/>
        </p:nvSpPr>
        <p:spPr>
          <a:xfrm>
            <a:off x="9025128" y="1234440"/>
            <a:ext cx="2331720" cy="425196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208008" y="1508760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</a:rPr>
              <a:t>Step 4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0259568" y="148132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296144" y="1531620"/>
            <a:ext cx="704088" cy="91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3"/>
          <p:cNvSpPr/>
          <p:nvPr/>
        </p:nvSpPr>
        <p:spPr>
          <a:xfrm>
            <a:off x="9208008" y="1938528"/>
            <a:ext cx="187452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208008" y="2395728"/>
            <a:ext cx="1874520" cy="10058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208008" y="3822192"/>
            <a:ext cx="1645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208008" y="409651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Board of Directors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rpt_41107d37-4494-4374-938f-a030f48e415f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ds_bbb838e14796f907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mx_0ef855dc-9469-400b-a22f-25eb277de771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ev_3eaded95-18a5-448f-9ee0-797adf04a6f9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gv_84170c58-4ac8-4d16-a69c-4c6725e803fe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Board of Directors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masked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2026-06-19T00:09:01Z</dcterms:created>
  <dcterms:modified xsi:type="dcterms:W3CDTF">2026-06-19T00:09:01Z</dcterms:modified>
</cp:coreProperties>
</file>