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Assign a coaching owner for support-needed learners and review attendance issues with direct managers.
Owner: Team Manager + L&amp;D
Outcome: Improve learner recovery and reduce support-needed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12:30:16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rpt_2fe58d69-6651-4ea6-921d-5011f1778305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ds_b27d4eb72ea779e4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mx_2174ea58-f1e7-4df9-af64-b73f7b4c8a53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ev_01c6f70b-9ff1-4eeb-925d-eb92a0d065a0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gv_5e7e2c73-b9af-4b0f-965d-7d74b51469c6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2026-06-22T17:30:16Z</dcterms:created>
  <dcterms:modified xsi:type="dcterms:W3CDTF">2026-06-22T17:30:16Z</dcterms:modified>
</cp:coreProperties>
</file>