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1:12:04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rpt_d991776b-8f53-4ab9-86d4-9652c41044b7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ds_1bd2fc6cdf3ee681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mx_7ea11558-a223-4e75-b4d0-7569896fac49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ev_07726ba5-2424-42d6-821f-8f8a6be3e41b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gv_1472b640-9e78-4a59-8adf-e76e2ad9f788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2026-06-21T18:12:04Z</dcterms:created>
  <dcterms:modified xsi:type="dcterms:W3CDTF">2026-06-21T18:12:04Z</dcterms:modified>
</cp:coreProperties>
</file>