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1:27:57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rpt_ca2d6faf-cbe2-4ba7-a68c-36a10b4cd549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ds_fb17d92d006847f4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mx_6709468d-7c06-4673-8398-39c51d456bcf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ev_2b27d3cf-1a44-47d0-b834-c9f9c75dae62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gv_3425dea0-c31a-4c8c-83be-0ff446916bd9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2026-06-21T18:27:57Z</dcterms:created>
  <dcterms:modified xsi:type="dcterms:W3CDTF">2026-06-21T18:27:57Z</dcterms:modified>
</cp:coreProperties>
</file>