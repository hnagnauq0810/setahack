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6:52:47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rpt_0edea2ff-feda-4251-a897-ea82f59952b7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ds_59e9852a3606ce02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mx_832e6e27-3335-4bfd-8898-a693126acc66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ev_176e2c05-fbee-4e17-823b-ac975d3c893a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gv_9713bc09-6521-4a38-b80a-247d696025e3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2026-06-21T11:52:47Z</dcterms:created>
  <dcterms:modified xsi:type="dcterms:W3CDTF">2026-06-21T11:52:47Z</dcterms:modified>
</cp:coreProperties>
</file>