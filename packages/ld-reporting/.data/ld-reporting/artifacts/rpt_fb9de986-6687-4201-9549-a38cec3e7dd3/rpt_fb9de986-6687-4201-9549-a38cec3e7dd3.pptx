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12:40:22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44539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6062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47.9%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95528" y="273634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2882646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2882646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2836926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736342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0%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95528" y="355244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698748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698748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9744" y="3653028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3552444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0%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95528" y="4368546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514850"/>
            <a:ext cx="301752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514850"/>
            <a:ext cx="77188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60620" y="4469130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4368546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25.6/100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6510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High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8110728" y="2066544"/>
            <a:ext cx="283464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10728" y="2066544"/>
            <a:ext cx="2834640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018520" y="1920240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10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6510528" y="355244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Medium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8110728" y="3698748"/>
            <a:ext cx="283464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10728" y="3698748"/>
            <a:ext cx="283464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018520" y="3552444"/>
            <a:ext cx="50292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0F172A"/>
                </a:solidFill>
              </a:rPr>
              <a:t>1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rpt_fb9de986-6687-4201-9549-a38cec3e7dd3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ds_a8ab7ba5b37facf9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mx_9f4c257d-fb36-4834-997a-c93cddf05960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ev_76dd32ab-b9ec-49fe-ab91-e2335f053e48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gv_c388a746-2c77-4974-bfc4-1d24e12740b7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2026-06-21T17:40:22Z</dcterms:created>
  <dcterms:modified xsi:type="dcterms:W3CDTF">2026-06-21T17:40:22Z</dcterms:modified>
</cp:coreProperties>
</file>