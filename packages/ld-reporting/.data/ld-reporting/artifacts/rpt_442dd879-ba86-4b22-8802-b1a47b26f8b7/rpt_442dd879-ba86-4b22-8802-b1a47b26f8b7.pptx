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10:15:46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rpt_442dd879-ba86-4b22-8802-b1a47b26f8b7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ds_e3c2a2879ee0d25c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mx_f63645af-59a3-432e-a179-9c690841aab3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ev_41d8df2f-9b48-4506-9e51-bede9d409ee5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gv_ed66b3e7-1aa4-4c7e-905e-6b780e0d3bdf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2026-06-21T15:15:46Z</dcterms:created>
  <dcterms:modified xsi:type="dcterms:W3CDTF">2026-06-21T15:15:46Z</dcterms:modified>
</cp:coreProperties>
</file>