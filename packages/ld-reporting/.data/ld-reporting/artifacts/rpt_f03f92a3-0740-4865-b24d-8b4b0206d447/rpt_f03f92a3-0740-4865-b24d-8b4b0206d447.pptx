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1:37:50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rpt_f03f92a3-0740-4865-b24d-8b4b0206d447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ds_5e3393b29a0066ca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mx_ea6688a0-2840-4349-915d-4d113baae1b2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ev_65c036ab-f5aa-469a-946d-4901b0380f42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gv_9b951e22-5c1c-4455-9f87-45ab73523c2d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2026-06-21T18:37:51Z</dcterms:created>
  <dcterms:modified xsi:type="dcterms:W3CDTF">2026-06-21T18:37:51Z</dcterms:modified>
</cp:coreProperties>
</file>