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12:51:36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55692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0555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47160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42839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85181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53986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522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318516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36041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522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44500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28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rpt_fc7d0137-3b83-44dd-bca8-212583cb3f35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ds_c0e1f094d5da1255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mx_9ddcc268-f768-4140-ab62-abab457c982a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ev_faa456da-f800-42b1-be6c-bf3cc51002b2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gv_5ea1ba47-ef78-4c82-b7ae-2473f7a3a974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2026-06-21T17:51:36Z</dcterms:created>
  <dcterms:modified xsi:type="dcterms:W3CDTF">2026-06-21T17:51:36Z</dcterms:modified>
</cp:coreProperties>
</file>