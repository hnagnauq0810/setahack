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Reduce support-needed learner cases from 7 to 0 (100% resolution against pass-score and attendance policy) by the next cohort review.
2. Mark as Incomplete; recommend re-enrollment in next cohort
Owner: L&amp;D Manager
Outcome: Reduce incomplete or missing-assessment learner records from 1 to 0 before the next cohort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2:56:07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21558" y="1490472"/>
            <a:ext cx="5564124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65526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5526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629650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9650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49924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32804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6432804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32804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32804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32804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rpt_cbe83cf3-48a5-4985-8ecf-a8496c5692d0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ds_3c83faa883ec4649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mx_f47bbe47-b54a-43b7-a3ef-3d07e6ec2170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ev_2ba7298a-c45e-4cbb-8906-114249d557c5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gv_1ce456fb-f9e8-41e7-ab3f-5f172afdb7d9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2026-06-23T07:56:11Z</dcterms:created>
  <dcterms:modified xsi:type="dcterms:W3CDTF">2026-06-23T07:56:11Z</dcterms:modified>
</cp:coreProperties>
</file>