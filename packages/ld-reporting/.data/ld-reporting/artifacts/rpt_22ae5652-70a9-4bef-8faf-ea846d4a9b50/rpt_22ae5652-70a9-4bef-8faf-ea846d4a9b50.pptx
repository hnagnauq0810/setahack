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Improve training effectiveness and repeatability.
2. Mark as Incomplete; recommend re-enrollment in next cohort
Owner: L&amp;D Manager
Outcome: Improve training effectiveness and repeatability.
3. Block final conclusion; flag data incomplete
Owner: L&amp;D Manager
Outcome: Improve training effectiveness and repeatability.
4. Do not publish a final effectiveness conclusion until blocked evidence items are resolved.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12:30:15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rpt_22ae5652-70a9-4bef-8faf-ea846d4a9b50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ds_c60234e4fce500ce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mx_4643756f-8b48-43a2-ac23-66be9c61d79a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ev_680e7a46-2c86-4580-8022-f215972b5e72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gv_eda8d6e4-23b9-49a3-9c38-023439919fc0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2026-06-22T17:30:15Z</dcterms:created>
  <dcterms:modified xsi:type="dcterms:W3CDTF">2026-06-22T17:30:15Z</dcterms:modified>
</cp:coreProperties>
</file>