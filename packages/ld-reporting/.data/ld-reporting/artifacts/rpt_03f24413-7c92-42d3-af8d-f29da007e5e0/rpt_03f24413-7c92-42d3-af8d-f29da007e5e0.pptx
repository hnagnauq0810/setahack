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5:11:24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rpt_03f24413-7c92-42d3-af8d-f29da007e5e0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ds_b80092539e462d02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mx_177260c3-8e93-42b2-8aac-3075b4335b97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ev_f74ffd1a-3d72-42e3-b8c0-1d1eee5441b7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gv_d71aca64-b659-4fe4-ba84-40ea73db23ad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2026-06-21T10:11:24Z</dcterms:created>
  <dcterms:modified xsi:type="dcterms:W3CDTF">2026-06-21T10:11:24Z</dcterms:modified>
</cp:coreProperties>
</file>