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6:44:34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rpt_a2527626-eae6-47e9-b6b9-e59835b5bb69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ds_002e8a1f791e2a8b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mx_7d23915a-4688-45e5-9d94-08b6afd220dc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ev_a8244c22-1960-469e-b3e1-8395b971fb3b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gv_f57ed00c-0d7a-48e4-bb72-d0559dd116f2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2026-06-21T11:44:34Z</dcterms:created>
  <dcterms:modified xsi:type="dcterms:W3CDTF">2026-06-21T11:44:34Z</dcterms:modified>
</cp:coreProperties>
</file>