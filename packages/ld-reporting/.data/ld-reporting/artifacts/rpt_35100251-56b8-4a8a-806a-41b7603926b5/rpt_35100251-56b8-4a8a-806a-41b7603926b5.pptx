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7 to 0 (100% resolution against pass-score and attendance policy) by the next cohort review.
2. Mark as Incomplete; recommend re-enrollment in next cohort
Owner: L&amp;D Manager
Outcome: Reduce incomplete or missing-assessment learner records from 1 to 0 before the next cohort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1:18:46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rpt_35100251-56b8-4a8a-806a-41b7603926b5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ds_f996de46833f55f4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mx_1c74e6f7-88be-498b-be71-bc1cc9b56352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ev_f73e08af-6ee8-45ba-8e75-4fa82ffbcdf0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gv_1ee1478a-ed35-4ae1-b4d0-e570a446b388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2026-06-22T18:18:48Z</dcterms:created>
  <dcterms:modified xsi:type="dcterms:W3CDTF">2026-06-22T18:18:48Z</dcterms:modified>
</cp:coreProperties>
</file>