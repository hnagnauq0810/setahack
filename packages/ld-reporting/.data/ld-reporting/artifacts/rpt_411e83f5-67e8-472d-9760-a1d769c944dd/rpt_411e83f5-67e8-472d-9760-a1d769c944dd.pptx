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11:28:21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rpt_411e83f5-67e8-472d-9760-a1d769c944dd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ds_63bf3bbc8db649ff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mx_3f6fd38a-ea9e-42d9-80a3-423076a866b7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ev_21dbdabd-6764-441a-8ba5-f669f25ec726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gv_0884c26c-4a93-4585-99e1-85c4b4321655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2026-06-21T16:28:21Z</dcterms:created>
  <dcterms:modified xsi:type="dcterms:W3CDTF">2026-06-21T16:28:21Z</dcterms:modified>
</cp:coreProperties>
</file>