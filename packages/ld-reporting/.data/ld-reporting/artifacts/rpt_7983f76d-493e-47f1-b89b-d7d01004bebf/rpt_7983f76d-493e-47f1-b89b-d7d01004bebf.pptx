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Pt>
            <c:idx val="1"/>
            <c:bubble3D val="0"/>
            <c:spPr>
              <a:solidFill>
                <a:srgbClr val="B4530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High</c:v>
                </c:pt>
                <c:pt idx="1">
                  <c:v>Medium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</c:v>
                </c:pt>
                <c:pt idx="1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Improve learner recovery and reduce support-needed cases.
2. Mark as Incomplete; recommend re-enrollment in next cohort
Owner: L&amp;D Manager
Outcome: Improve training effectiveness and repeatability.
3. Assign a coaching owner, buddy support, and targeted practice resources for the flagged learner.
Owner: L&amp;D Manager
Outcome: Improve learner recovery and reduce support-needed cases.
4. Mark incomplete learner records for review and schedule re-enrollment in the next suitable cohort.
Owner: L&amp;D Manager
Outcome: Improve training effectiveness and repeatability.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88.2/100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1019373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92.9%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78626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98.3%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985357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89.8%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3:33:52 PM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3 course(s), 3 completed course(s), and 59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92.9%, completion is 98.3%, pass rate is 89.8%, and average score is 7.59/10.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848 and scaled cost is 32.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4125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92.9%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52749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98.3%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332013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89.8%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291241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88.2/100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rate mix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Attendance, completion, and pass rate by course.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6537960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Attendance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7690104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27264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Completion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8842248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79408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Pass rate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6739128" y="5349240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39128" y="3808476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39128" y="2267712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57288" y="2517316"/>
            <a:ext cx="118872" cy="283192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12736" y="2350913"/>
            <a:ext cx="118872" cy="299832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68184" y="2600517"/>
            <a:ext cx="118872" cy="274872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57416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Automation Te...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8723376" y="2390973"/>
            <a:ext cx="118872" cy="295826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78824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03427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23504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DevOps Fundam...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10189464" y="2474174"/>
            <a:ext cx="118872" cy="287506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34491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500360" y="2782327"/>
            <a:ext cx="118872" cy="256691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89592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AWS Cloud Arc...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Distribution and risk signals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effectiveness comparison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Effectiveness score by course, using the validated L&amp;D scoring model.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Automation Testing with...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250470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86.7/100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318516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DevOps Fundamentals: CI...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33146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331464"/>
            <a:ext cx="23964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03090" y="328574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317601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92.3/100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445008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AWS Cloud Architecture ...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459638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4596384"/>
            <a:ext cx="2227098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03090" y="455066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444093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85.8/100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Text 26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8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 (88%)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9486900" y="2779776"/>
            <a:ext cx="109728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669780" y="2752344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Medium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0643616" y="27523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(13%)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694176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439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193792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23944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11496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930527" y="1490472"/>
            <a:ext cx="8346186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74495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74495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21513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5171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4456557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56557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467862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0742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997196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33772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3650742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650742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650742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650742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7238619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238619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249924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32804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77925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81583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6432804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432804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432804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432804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9" name="Shape 36"/>
          <p:cNvSpPr/>
          <p:nvPr/>
        </p:nvSpPr>
        <p:spPr>
          <a:xfrm>
            <a:off x="10020681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020681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9031986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214866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4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45" name="Text 42"/>
          <p:cNvSpPr/>
          <p:nvPr/>
        </p:nvSpPr>
        <p:spPr>
          <a:xfrm>
            <a:off x="9214866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9214866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9214866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9214866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rpt_7983f76d-493e-47f1-b89b-d7d01004bebf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ds_50d965de30fdeec4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mx_1d8f6625-5375-4b53-9026-9c7cc212e6b7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ev_ba53e066-449f-49fa-a6b9-9fbd31c7fae6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gv_b3b56359-299a-4d04-9104-bbd3306a9029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2026-06-22T08:33:54Z</dcterms:created>
  <dcterms:modified xsi:type="dcterms:W3CDTF">2026-06-22T08:33:54Z</dcterms:modified>
</cp:coreProperties>
</file>