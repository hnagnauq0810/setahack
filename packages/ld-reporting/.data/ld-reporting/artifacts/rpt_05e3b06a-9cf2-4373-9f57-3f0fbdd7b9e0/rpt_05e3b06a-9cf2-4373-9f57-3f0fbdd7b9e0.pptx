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2:23:07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rpt_05e3b06a-9cf2-4373-9f57-3f0fbdd7b9e0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ds_21fc201dc392a7c3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mx_61c1c8da-5caa-4e09-b5a1-7da8a8ee3d3a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ev_2c807077-95db-4b76-abe7-0c1bd391ecb3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gv_d14a6e8b-1cba-486a-8a77-bdcddb8d3b52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2026-06-17T07:23:07Z</dcterms:created>
  <dcterms:modified xsi:type="dcterms:W3CDTF">2026-06-17T07:23:07Z</dcterms:modified>
</cp:coreProperties>
</file>