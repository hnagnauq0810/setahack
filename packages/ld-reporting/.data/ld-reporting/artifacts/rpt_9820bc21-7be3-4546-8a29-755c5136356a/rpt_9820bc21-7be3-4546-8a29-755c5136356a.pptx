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1:47:16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group(s) contain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rpt_9820bc21-7be3-4546-8a29-755c5136356a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ds_16a5368f770936dc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mx_2a940144-3ff6-4608-8a04-83d668ea0206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ev_eab0d928-292c-4a4d-a59d-cfeffb02804a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gv_38fbcbea-d81c-4123-96fb-d99a6968708a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2026-06-17T06:47:16Z</dcterms:created>
  <dcterms:modified xsi:type="dcterms:W3CDTF">2026-06-17T06:47:16Z</dcterms:modified>
</cp:coreProperties>
</file>