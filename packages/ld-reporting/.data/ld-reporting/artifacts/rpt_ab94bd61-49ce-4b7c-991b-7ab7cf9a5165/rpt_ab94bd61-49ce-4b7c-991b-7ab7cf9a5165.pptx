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3:45:02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rpt_ab94bd61-49ce-4b7c-991b-7ab7cf9a5165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ds_546256e1477f1c02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mx_3f98c0dc-9d70-447d-9434-f2d9998cb369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ev_46629270-980f-4955-8036-4a083049801e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gv_8b0d7867-ac81-42b8-affb-ecff0f123e2a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2026-06-22T08:45:03Z</dcterms:created>
  <dcterms:modified xsi:type="dcterms:W3CDTF">2026-06-22T08:45:03Z</dcterms:modified>
</cp:coreProperties>
</file>