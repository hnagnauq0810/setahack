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Increase Technical Leadership &amp; Communication pass rate from 0% to at least 80% (+80 percentage points) in the next cohort.
2. Mark as Incomplete; recommend re-enrollment in next cohort
Owner: L&amp;D Manager
Outcome: Reduce incomplete or missing-assessment learner records from 8 to 0 before the next cohort closes.
3. Do not publish a final effectiveness conclusion until blocked evidence items are resolved.
Owner: L&amp;D Manager
Outcome: Reduce Evidence Gate blockers from 1 to 0 and move report readiness from BLOCKED to PASS before publication.
4. Assign a coaching owner for support-needed learners and review attendance issues with direct managers.
Owner: Team Manager + L&amp;D
Outcome: Increase Technical Leadership &amp; Communication attendance from 47.9% to at least 85% (+37.1 percentage points)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2:56:07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4164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rpt_3951cebb-24df-4b8e-8eb1-beed5ee3eeef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ds_9f4258091a052574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mx_c834e670-253a-42ce-ac0d-b434d770f7cf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ev_ba28bd84-f4c2-4c2c-8a78-38ff8df3b444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gv_4c0fbefd-46b7-4efc-82b8-055dd955fb7b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2026-06-23T07:56:10Z</dcterms:created>
  <dcterms:modified xsi:type="dcterms:W3CDTF">2026-06-23T07:56:10Z</dcterms:modified>
</cp:coreProperties>
</file>