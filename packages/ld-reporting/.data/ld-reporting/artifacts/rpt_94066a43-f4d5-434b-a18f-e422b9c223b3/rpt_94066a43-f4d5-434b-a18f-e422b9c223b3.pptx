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2:19:44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rpt_94066a43-f4d5-434b-a18f-e422b9c223b3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ds_1f011e9e34b33d8c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mx_0ed189e9-bc0a-434f-8f9a-c351179cc6c7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ev_6cf205d2-ba14-4ff6-8b0c-ddede4fc0282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gv_2a35d2c8-7af0-4749-ad50-416d2babe7dc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2026-06-17T07:19:44Z</dcterms:created>
  <dcterms:modified xsi:type="dcterms:W3CDTF">2026-06-17T07:19:44Z</dcterms:modified>
</cp:coreProperties>
</file>