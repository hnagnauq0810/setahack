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11:28:52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rpt_41485baf-23d6-4644-a5f5-513410a6f235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ds_4dbe3af4aee80fd0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mx_296fdb4d-efef-486a-9947-3d5139447074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ev_ccd2657c-e17c-4bef-a31c-4610143dfe1e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gv_59b20299-bfc5-4a77-90fb-72cfa6d3d5ea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2026-06-21T16:28:52Z</dcterms:created>
  <dcterms:modified xsi:type="dcterms:W3CDTF">2026-06-21T16:28:52Z</dcterms:modified>
</cp:coreProperties>
</file>