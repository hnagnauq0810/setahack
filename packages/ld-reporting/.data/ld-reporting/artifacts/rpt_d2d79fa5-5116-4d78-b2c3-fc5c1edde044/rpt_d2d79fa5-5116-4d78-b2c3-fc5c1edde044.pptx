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3:45:01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rpt_d2d79fa5-5116-4d78-b2c3-fc5c1edde044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ds_8f1f9110f1da89b3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mx_86098b7f-9bbe-414c-a59a-5a0eee917061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ev_05ed1924-bda0-4cd7-9780-df8ff8afcd98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gv_5526d707-cd06-4d6f-806f-619e5bd32b34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2026-06-22T08:45:01Z</dcterms:created>
  <dcterms:modified xsi:type="dcterms:W3CDTF">2026-06-22T08:45:01Z</dcterms:modified>
</cp:coreProperties>
</file>