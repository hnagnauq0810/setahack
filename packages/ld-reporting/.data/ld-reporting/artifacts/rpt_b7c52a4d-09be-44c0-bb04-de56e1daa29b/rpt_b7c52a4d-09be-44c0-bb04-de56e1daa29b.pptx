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1:44:22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rpt_b7c52a4d-09be-44c0-bb04-de56e1daa29b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ds_43dabb67abe8f476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mx_82510c76-5475-4798-859c-d2717f34a646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ev_78a1918b-2c04-4f1d-a57d-eda03c658377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gv_1518654c-71d5-4490-8211-395aee3a0ea4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2026-06-17T06:44:22Z</dcterms:created>
  <dcterms:modified xsi:type="dcterms:W3CDTF">2026-06-17T06:44:22Z</dcterms:modified>
</cp:coreProperties>
</file>