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5:14:35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rpt_d2670f88-76dd-4a3d-a316-cc1dba8693d6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ds_637379038ba8afde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mx_6b7146ff-bb0d-473c-a4b0-850147bf429c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ev_d6ccd7c8-f9a5-4232-b773-c6b9e0285fae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gv_39826475-9dc1-4435-815b-afeb12eb9207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2026-06-22T10:14:35Z</dcterms:created>
  <dcterms:modified xsi:type="dcterms:W3CDTF">2026-06-22T10:14:35Z</dcterms:modified>
</cp:coreProperties>
</file>