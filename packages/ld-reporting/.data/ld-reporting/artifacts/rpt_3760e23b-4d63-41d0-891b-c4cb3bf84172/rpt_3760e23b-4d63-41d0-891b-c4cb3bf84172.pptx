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10:00:03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rpt_3760e23b-4d63-41d0-891b-c4cb3bf84172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ds_b63e42686aaab2da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mx_ef4551d1-cad3-4c72-8012-cf48b41d4b3f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ev_7a2f3531-cb8b-48b5-a3da-0ae9d968de72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gv_0d40181c-ae31-42ec-8fef-485765bd3d00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2026-06-22T15:00:08Z</dcterms:created>
  <dcterms:modified xsi:type="dcterms:W3CDTF">2026-06-22T15:00:08Z</dcterms:modified>
</cp:coreProperties>
</file>