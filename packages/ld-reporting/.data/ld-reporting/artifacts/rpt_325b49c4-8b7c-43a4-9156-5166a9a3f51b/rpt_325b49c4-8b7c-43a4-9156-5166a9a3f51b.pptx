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5:15:56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rpt_325b49c4-8b7c-43a4-9156-5166a9a3f51b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ds_30e258d58276aeaf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mx_b4ecbedf-f01b-4cb2-9331-5ab46c45ff33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ev_3dedaec8-f1bb-45e2-8889-459743529aab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gv_ffb8e822-b4a0-4ecc-aa33-f30ed5b3e2ed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2026-06-22T10:15:58Z</dcterms:created>
  <dcterms:modified xsi:type="dcterms:W3CDTF">2026-06-22T10:15:58Z</dcterms:modified>
</cp:coreProperties>
</file>