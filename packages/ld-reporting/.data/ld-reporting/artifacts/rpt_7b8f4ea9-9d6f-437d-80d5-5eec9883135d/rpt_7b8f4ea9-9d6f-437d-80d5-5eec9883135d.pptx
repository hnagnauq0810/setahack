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6:52:47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rpt_7b8f4ea9-9d6f-437d-80d5-5eec9883135d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ds_5ec2e367387539b7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mx_13c460b7-ed61-4938-8f0c-a0877be0e2b5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ev_0c508bb4-26c1-4ee1-8c02-b1f9a98f102d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gv_6ffde83c-64bd-42ef-a78b-89552ed23545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2026-06-21T11:52:47Z</dcterms:created>
  <dcterms:modified xsi:type="dcterms:W3CDTF">2026-06-21T11:52:47Z</dcterms:modified>
</cp:coreProperties>
</file>