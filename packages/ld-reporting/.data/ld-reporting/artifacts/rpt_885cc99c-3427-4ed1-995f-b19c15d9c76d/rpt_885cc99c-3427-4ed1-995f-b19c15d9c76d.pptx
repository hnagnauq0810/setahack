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4:42:39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rpt_885cc99c-3427-4ed1-995f-b19c15d9c76d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ds_e8da5a69e9e0c87d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mx_cdb4d986-7c6a-4dc5-9862-958450069e2a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ev_d80f3cce-3939-4b4c-9fe5-b740a2590626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gv_0c754fab-7847-42b5-8e49-5f49001ee9d5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2026-06-21T09:42:40Z</dcterms:created>
  <dcterms:modified xsi:type="dcterms:W3CDTF">2026-06-21T09:42:40Z</dcterms:modified>
</cp:coreProperties>
</file>