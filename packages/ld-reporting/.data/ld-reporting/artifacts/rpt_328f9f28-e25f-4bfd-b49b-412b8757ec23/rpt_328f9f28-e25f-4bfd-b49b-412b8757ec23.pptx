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1 to 0 (100% resolution against pass-score and attendance policy) by the next cohort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1:18:50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1 to 0 (100% resolution against pass-score and attendance policy) by the next cohort review.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103620" y="1490472"/>
            <a:ext cx="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1083564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10469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1 to 0 (100% resolution against pass-score and attendance policy) by the next cohort review.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rpt_328f9f28-e25f-4bfd-b49b-412b8757ec23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ds_182d99fe24618629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mx_ebda0221-46b4-45b1-bf65-cec43c9362ae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ev_13ad7d09-94a6-4b92-9d9f-c7c762cd244b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gv_74318444-7d95-47f2-9ac6-e74c5a359bb2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2026-06-22T18:18:50Z</dcterms:created>
  <dcterms:modified xsi:type="dcterms:W3CDTF">2026-06-22T18:18:50Z</dcterms:modified>
</cp:coreProperties>
</file>