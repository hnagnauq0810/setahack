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6:25:55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rpt_d1e836b4-64a1-49d0-bc3b-f906d999d856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ds_65853fa024a27dfa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mx_489e67d1-9cfa-48ca-bf00-fe548a309009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ev_c78e6c4c-4291-447a-a91e-98b3c60ec9e1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gv_f04be492-7879-41b7-ba9b-6be21a004abc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2026-06-21T11:25:56Z</dcterms:created>
  <dcterms:modified xsi:type="dcterms:W3CDTF">2026-06-21T11:25:56Z</dcterms:modified>
</cp:coreProperties>
</file>