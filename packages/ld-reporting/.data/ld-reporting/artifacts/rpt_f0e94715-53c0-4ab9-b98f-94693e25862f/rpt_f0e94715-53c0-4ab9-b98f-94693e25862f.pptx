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2:49:13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rpt_f0e94715-53c0-4ab9-b98f-94693e25862f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ds_8c9f1fc02eb6b117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mx_a531ea8d-da9f-469a-9aa6-a4e0301b4811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ev_22544510-59e1-41f9-8b68-0b039dcf2fa1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gv_cfe390ba-c2b5-4020-a55d-ee6af5ce5a90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2026-06-22T07:49:13Z</dcterms:created>
  <dcterms:modified xsi:type="dcterms:W3CDTF">2026-06-22T07:49:13Z</dcterms:modified>
</cp:coreProperties>
</file>