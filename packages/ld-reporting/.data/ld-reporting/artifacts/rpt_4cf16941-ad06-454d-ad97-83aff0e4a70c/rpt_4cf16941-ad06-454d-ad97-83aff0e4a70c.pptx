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—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6/17/2026, 1:47:15 PM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Teams, OneDrive, Forms, KPI, Rules and Template sheets were mapped to simulated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×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assessment/pass-status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Teams, OneDrive, Forms, KPI, Rules and Template sheets were mapped to simulated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×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assessment/pass-status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Consistency: course ID, trainee ID, period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Cross-source course IDs and pass-status logic were checked against the catalog.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744468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942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244084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61788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Create a coaching plan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rpt_4cf16941-ad06-454d-ad97-83aff0e4a70c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ds_ed55770e59b8c5df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mx_a710cdd8-6e8f-4843-8097-e0b21ab7d2a3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ev_846291cc-7902-4f83-a7bb-8b2f72a51d21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gv_9abe5b2a-c736-41e6-88f5-6767072028f0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—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2026-06-17T06:47:15Z</dcterms:created>
  <dcterms:modified xsi:type="dcterms:W3CDTF">2026-06-17T06:47:15Z</dcterms:modified>
</cp:coreProperties>
</file>