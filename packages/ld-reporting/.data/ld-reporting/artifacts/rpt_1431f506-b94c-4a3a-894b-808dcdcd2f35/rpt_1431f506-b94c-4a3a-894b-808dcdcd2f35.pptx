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1:37:52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rpt_1431f506-b94c-4a3a-894b-808dcdcd2f35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ds_72a9e696d23d6e55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mx_2fbb0278-a059-4cd9-85d5-e2d215dd4bd3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ev_486ddbee-59a9-4b72-b89a-706857bca16c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gv_7ba8df8b-a01e-4272-b1a3-63dd8818830b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2026-06-21T18:37:52Z</dcterms:created>
  <dcterms:modified xsi:type="dcterms:W3CDTF">2026-06-21T18:37:52Z</dcterms:modified>
</cp:coreProperties>
</file>