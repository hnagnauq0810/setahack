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— Leadership_06_2026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6/17/2026, 2:15:04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Technical Leadership &amp; Communic...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47.9%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N/A/10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25.58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the strongest effectiveness score (25.58)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the strongest effectiveness score (25.58)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group(s) contain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rpt_a9acf1b2-9d79-476c-a613-ceb28e068871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ds_7c0e1fc69bfb6f56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mx_6cfb3590-55c8-461c-9cdf-733c7f33f653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ev_d217f631-ff05-4cb3-835b-ebf35465f027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gv_27e9d9e6-7290-4c91-8929-365df017f812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— Leadership_06_2026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2026-06-17T07:15:04Z</dcterms:created>
  <dcterms:modified xsi:type="dcterms:W3CDTF">2026-06-17T07:15:04Z</dcterms:modified>
</cp:coreProperties>
</file>