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6/19/2026, 7:09:00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rpt_7ba9ee32-ac0b-41d9-8384-73d0f4973775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ds_fd56251319179e14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mx_b91b2095-a6d4-46eb-a8c0-270d0e7e869d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ev_3b686bca-2928-4289-bcff-389cc969ad27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gv_a3041359-5e01-47e3-b773-91f452b30009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2026-06-19T00:09:00Z</dcterms:created>
  <dcterms:modified xsi:type="dcterms:W3CDTF">2026-06-19T00:09:00Z</dcterms:modified>
</cp:coreProperties>
</file>