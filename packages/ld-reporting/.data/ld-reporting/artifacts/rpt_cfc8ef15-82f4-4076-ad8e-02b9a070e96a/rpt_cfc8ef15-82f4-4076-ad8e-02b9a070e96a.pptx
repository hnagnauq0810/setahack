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1:35:54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rpt_cfc8ef15-82f4-4076-ad8e-02b9a070e96a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ds_cf72dcf87b2f7aba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mx_8aaded83-0085-414c-9099-ffc0c1fadf2a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ev_15bb0051-5421-4aa1-9405-3f68f008729e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gv_f255df83-ce7f-41eb-a87a-b7cde4df14f9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2026-06-21T18:35:56Z</dcterms:created>
  <dcterms:modified xsi:type="dcterms:W3CDTF">2026-06-21T18:35:56Z</dcterms:modified>
</cp:coreProperties>
</file>