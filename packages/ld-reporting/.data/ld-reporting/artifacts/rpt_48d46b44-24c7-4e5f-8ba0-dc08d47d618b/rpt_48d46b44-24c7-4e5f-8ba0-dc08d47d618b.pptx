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1:12:03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rpt_48d46b44-24c7-4e5f-8ba0-dc08d47d618b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ds_f1de863793433396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mx_6cb92df6-4f21-40c1-a3fc-9db6ea082c9a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ev_a70bccd3-d5ad-4450-bdc7-1edd75945f19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gv_520d491c-a158-4c3a-a06d-738c63cdfe1f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2026-06-21T18:12:04Z</dcterms:created>
  <dcterms:modified xsi:type="dcterms:W3CDTF">2026-06-21T18:12:04Z</dcterms:modified>
</cp:coreProperties>
</file>