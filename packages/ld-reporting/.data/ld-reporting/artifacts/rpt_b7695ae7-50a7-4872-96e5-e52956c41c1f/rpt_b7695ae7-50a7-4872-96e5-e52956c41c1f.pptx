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Assign a coaching owner for support-needed learners and review attendance issues with direct managers.
Owner: Team Manager + L&amp;D
Outcome: Increase Technical Leadership &amp; Communication attendance from 47.9% to at least 85% (+37.1 percentage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1:44:41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attendance from 47.9% to at least 85% (+37.1 percentage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rpt_b7695ae7-50a7-4872-96e5-e52956c41c1f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ds_8984043c7017e2a0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mx_345c407b-1355-4198-874a-bbd2ec439889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ev_51b16e03-7caa-4ac9-8c6b-2e71f80efeab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gv_43a6907b-2f33-4917-b676-791ac89379a3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2026-06-22T18:44:42Z</dcterms:created>
  <dcterms:modified xsi:type="dcterms:W3CDTF">2026-06-22T18:44:42Z</dcterms:modified>
</cp:coreProperties>
</file>