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Leadership_06_2026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1:44:23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the strongest effectiveness score (25.58)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the strongest effectiveness score (25.58)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group(s) contain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rpt_394e0a40-a634-436e-933c-3eda3cd3e962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ds_911c54490bd1b0ac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mx_6940d9a2-efd7-4953-8046-bee813b2f1f7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ev_47067bca-81fb-472e-9dbc-fc26b31303c0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gv_a85ec26e-958b-4345-8443-145a5ed8b287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Leadership_06_2026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2026-06-17T06:44:23Z</dcterms:created>
  <dcterms:modified xsi:type="dcterms:W3CDTF">2026-06-17T06:44:23Z</dcterms:modified>
</cp:coreProperties>
</file>