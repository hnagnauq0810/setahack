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- 2026-Q1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9397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Board of Directors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6/17/2026, 2:23:07 PM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" y="1719072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The selected scope contains 3 course(s), 3 completed course(s), and 59 trainee-course records. Overall attendance is 92.9%, completion is 98.3%, pass rate is 89.8%, and average score is 7.59/10. Total training hours are 848 and scaled cost is 32. Overall effectiveness classification is Risk.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83296" y="16962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8154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7046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714500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6289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Teams, OneDrive, Forms, KPI, Rules and Template sheets were mapped to simulated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3147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40005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×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863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assessment/pass-status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721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4.48/5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848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32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0.0683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Automation Testing with Playwri...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91.9%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97.3%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89.2%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7.59/10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86.66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DevOps Fundamentals: CI/CD, K8s...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96%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92.28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AWS Cloud Architecture &amp; Servic...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7.32/10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85.76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98.3%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88.23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98.3%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89.8%.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88.23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92.9%, pass rate 89.8%, average score 7.59/10.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needs attention with effectiveness score 85.76, attendance 93.3%, and pass 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Teams, OneDrive, Forms, KPI, Rules and Template sheets were mapped to simulated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×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assessment/pass-status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Consistency: course ID, trainee ID, period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Cross-source course IDs and pass-status logic were checked against the catalog.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45309"/>
                </a:solidFill>
              </a:rPr>
              <a:t>Masked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45309"/>
                </a:solidFill>
              </a:rPr>
              <a:t>Restricted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9466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744468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942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244084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211580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99132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86684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74236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61788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9280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938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4124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24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4124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44728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016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8172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363016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3016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3016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3016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23620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7064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0722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641908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1908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1908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1908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902512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0800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25956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9614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920800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20800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20800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20800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rpt_27505707-1ee0-4727-a6e7-340f6484f371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ds_07d3441fa84781cf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mx_5e6e4407-694b-47a3-a86a-9c9d513b0bcb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ev_64493071-e633-496f-8b39-d7a9abfbbf08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gv_d9231455-dcde-49ec-9c91-eef4563b8308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Board of Directors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masked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- 2026-Q1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2026-06-17T07:23:07Z</dcterms:created>
  <dcterms:modified xsi:type="dcterms:W3CDTF">2026-06-17T07:23:07Z</dcterms:modified>
</cp:coreProperties>
</file>