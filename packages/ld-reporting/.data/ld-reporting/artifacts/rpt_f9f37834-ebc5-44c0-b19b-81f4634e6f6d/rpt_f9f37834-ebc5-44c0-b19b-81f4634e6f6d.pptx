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7:23:25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rpt_f9f37834-ebc5-44c0-b19b-81f4634e6f6d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ds_f196bcc7bf49c01a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mx_35d156c2-03a8-4a14-b021-e0a738c3387d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ev_1c629636-f710-41c4-9d3d-b41af30eafc7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gv_a2f95c90-8514-45f5-976d-fed57f5cdd1a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2026-06-21T12:23:25Z</dcterms:created>
  <dcterms:modified xsi:type="dcterms:W3CDTF">2026-06-21T12:23:25Z</dcterms:modified>
</cp:coreProperties>
</file>