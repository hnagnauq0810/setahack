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4:04:23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rpt_afb5869d-68c7-4b6f-8084-05a771851874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ds_3eddd84de9898434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mx_5acfa28e-8c06-43e4-a3b0-15e8755390c8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ev_dbea0a89-1d3d-47dd-806e-edc9c0e3d4b8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gv_ae3f1614-fef8-407c-b0ef-8bcdb8030cff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2026-06-22T09:04:23Z</dcterms:created>
  <dcterms:modified xsi:type="dcterms:W3CDTF">2026-06-22T09:04:23Z</dcterms:modified>
</cp:coreProperties>
</file>