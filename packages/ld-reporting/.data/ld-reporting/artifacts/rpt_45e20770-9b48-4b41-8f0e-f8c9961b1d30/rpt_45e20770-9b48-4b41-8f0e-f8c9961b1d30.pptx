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3:23:44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rpt_45e20770-9b48-4b41-8f0e-f8c9961b1d30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ds_3dda663787339b2e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mx_d2af2d10-8605-4daa-be12-fc9578784720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ev_39a0f45f-858d-4c31-80b0-ef62b769e8a4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gv_99c4eee7-b031-4334-8503-040b8a5cb96f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2026-06-22T08:23:46Z</dcterms:created>
  <dcterms:modified xsi:type="dcterms:W3CDTF">2026-06-22T08:23:46Z</dcterms:modified>
</cp:coreProperties>
</file>