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Board of Directors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1:44:23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Masked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Restricted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Create a coaching plan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rpt_c6518cbd-ec5f-4ba4-9647-7f71b7b0b72a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ds_bf8fd58fda680a74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mx_c8beb243-c6b6-4c69-9e80-4d1c807379d3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ev_6f450287-142d-40a5-b2bc-ab4602d43505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gv_98d10d17-df07-4d13-a09d-801ac911724e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Board of Directors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masked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2026-06-17T06:44:23Z</dcterms:created>
  <dcterms:modified xsi:type="dcterms:W3CDTF">2026-06-17T06:44:23Z</dcterms:modified>
</cp:coreProperties>
</file>