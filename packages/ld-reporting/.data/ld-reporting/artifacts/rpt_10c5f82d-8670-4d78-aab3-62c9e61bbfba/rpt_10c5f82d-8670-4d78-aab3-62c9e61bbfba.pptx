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10:15:46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rpt_10c5f82d-8670-4d78-aab3-62c9e61bbfba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ds_4969fae25f08655b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mx_db432b68-0c58-41de-90ca-c7d98944afb1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ev_41fb18b2-7456-4928-aab0-a3d03ebf83db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gv_0589bdf4-7ab4-42fd-acf3-5bec7af2f0f2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2026-06-21T15:15:47Z</dcterms:created>
  <dcterms:modified xsi:type="dcterms:W3CDTF">2026-06-21T15:15:47Z</dcterms:modified>
</cp:coreProperties>
</file>