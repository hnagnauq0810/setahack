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1:12:04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rpt_3931c0de-104a-4b0f-8756-464b785a60bd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ds_a04054b4eedea523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mx_0ad6df98-73e2-4e92-b979-e4d41bc42e85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ev_df438f6c-fd62-469b-b5a1-dc7e4f443aec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gv_a276b5ad-220c-461b-acd0-f5d4f43f9d2f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2026-06-21T18:12:04Z</dcterms:created>
  <dcterms:modified xsi:type="dcterms:W3CDTF">2026-06-21T18:12:04Z</dcterms:modified>
</cp:coreProperties>
</file>