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3:44:58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rpt_f6ddbaf3-cf87-40f8-8d20-a8cc4d593006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ds_f3a1f4f015f1bee6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mx_fd210c7b-3962-458b-8eb7-d0b6dc8ea78d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ev_aae29cd8-1aaf-4ea4-a645-ab26b5940a1d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gv_346dea74-e4fa-4232-95f5-b314b2997e4d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2026-06-22T08:45:01Z</dcterms:created>
  <dcterms:modified xsi:type="dcterms:W3CDTF">2026-06-22T08:45:01Z</dcterms:modified>
</cp:coreProperties>
</file>