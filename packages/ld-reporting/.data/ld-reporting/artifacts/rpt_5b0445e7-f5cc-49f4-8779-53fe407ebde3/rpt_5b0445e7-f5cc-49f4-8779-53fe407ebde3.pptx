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Technical Leadership &amp; Communication
Learners: 8
Attendance: 47.9%
Completion: 0%
Pass rate: 0%
Average score: N/A/10
Effectiveness: 25.58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course for content review; notify L&amp;D manager
Owner: Team Manager + L&amp;D
Outcome: Increase Technical Leadership &amp; Communication pass rate from 0% to at least 80% (+80 percentage points) in the next cohort.
2. Mark as Incomplete; recommend re-enrollment in next cohort
Owner: L&amp;D Manager
Outcome: Reduce incomplete or missing-assessment learner records from 8 to 0 before the next cohort closes.
3. Do not publish a final effectiveness conclusion until blocked evidence items are resolved.
Owner: L&amp;D Manager
Outcome: Reduce Evidence Gate blockers from 1 to 0 and move report readiness from BLOCKED to PASS before publication.
4. Assign a coaching owner for support-needed learners and review attendance issues with direct managers.
Owner: Team Manager + L&amp;D
Outcome: Increase Technical Leadership &amp; Communication attendance from 47.9% to at least 85% (+37.1 percentage points) in the next cohort.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Technical Leadership &amp;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25.6/100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Not reportable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525597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47.9%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 | Type full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6/23/2026, 1:24:01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0 completed course(s), and 8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47.9%, completion is 0%, pass rate is 0%, and average score is N/A/10.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34.5 and scaled cost is 4.8.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selected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124391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47.9%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664286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25.6/100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 (91%)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(9%)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Technical Leadership &amp; Communication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2216268" cy="164592"/>
          </a:xfrm>
          <a:prstGeom prst="roundRect">
            <a:avLst>
              <a:gd name="adj" fmla="val 22222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47.9%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91C1C"/>
                </a:solidFill>
              </a:rPr>
              <a:t>25.58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8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N/A/10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selected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7899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78992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Increase Technical Leadership &amp; Communication pass rate from 0% to at least 80% (+80 percentage points) in the next cohort.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66544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66544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incomplete or missing-assessment learner records from 8 to 0 before the next cohort closes.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54096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54096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Evidence Gate blockers from 1 to 0 and move report readiness from BLOCKED to PASS before publication.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41648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41648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Increase Technical Leadership &amp; Communication attendance from 47.9% to at least 85% (+37.1 percentage points) in the next cohort.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35808"/>
            <a:ext cx="212369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187952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443984"/>
            <a:ext cx="21236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Increase Technical Leadership &amp; Communication pass rate from 0% to at least 80% (+80 percentage points) in the next cohort.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35808"/>
            <a:ext cx="212369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187952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443984"/>
            <a:ext cx="21236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Reduce incomplete or missing-assessment learner records from 8 to 0 before the next cohort closes.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35808"/>
            <a:ext cx="212369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187952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443984"/>
            <a:ext cx="21236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Reduce Evidence Gate blockers from 1 to 0 and move report readiness from BLOCKED to PASS before publication.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35808"/>
            <a:ext cx="212369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187952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443984"/>
            <a:ext cx="21236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Increase Technical Leadership &amp; Communication attendance from 47.9% to at least 85% (+37.1 percentage points) in the next cohort.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rpt_5b0445e7-f5cc-49f4-8779-53fe407ebde3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ds_adc4dd66d7342a9a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mx_db140f23-8ab0-4c3b-8633-9605e7754645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ev_409c6355-25de-4897-811f-d3de1a38bf05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gv_2a713801-689e-45ca-ac11-70b43e989201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Technical Leadership &amp; Communication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2026-06-22T18:24:02Z</dcterms:created>
  <dcterms:modified xsi:type="dcterms:W3CDTF">2026-06-22T18:24:02Z</dcterms:modified>
</cp:coreProperties>
</file>