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5:13:41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rpt_cd1dbf23-1fd3-43cf-9a28-03c2db5aa280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ds_904fa2e80068a94b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mx_d6eeb5bd-f74a-4615-8d30-92ba7ed4dc1e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ev_0d50a61f-e7ba-4099-8b8a-6086974bde48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gv_b4cecb0d-6f4f-40fe-9d43-beb9543778b2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2026-06-21T10:13:41Z</dcterms:created>
  <dcterms:modified xsi:type="dcterms:W3CDTF">2026-06-21T10:13:41Z</dcterms:modified>
</cp:coreProperties>
</file>