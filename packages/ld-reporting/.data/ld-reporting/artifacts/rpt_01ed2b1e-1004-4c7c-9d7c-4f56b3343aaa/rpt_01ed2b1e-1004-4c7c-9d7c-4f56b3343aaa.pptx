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3:33:49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rpt_01ed2b1e-1004-4c7c-9d7c-4f56b3343aaa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ds_169cf1c4002ee349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mx_2f55491e-78f2-4471-b745-56e3da50df04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ev_9f188aa9-1768-4a13-8c76-b018c83c8aa4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gv_aaa40ea2-105f-43d0-b16a-43eb53b94645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2026-06-22T08:33:50Z</dcterms:created>
  <dcterms:modified xsi:type="dcterms:W3CDTF">2026-06-22T08:33:50Z</dcterms:modified>
</cp:coreProperties>
</file>