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6:25:56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rpt_3734a711-45ad-4ba6-9f1e-9b09bff5afa8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ds_01212702bf11ef86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mx_2b7a34e9-6fdc-42f9-932b-82fc4b04d74c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ev_9d3b3249-73b1-40e0-835e-3a883ec19aa4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gv_85bf0acb-1b40-4d8a-8e67-3016153f8675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2026-06-21T11:25:56Z</dcterms:created>
  <dcterms:modified xsi:type="dcterms:W3CDTF">2026-06-21T11:25:56Z</dcterms:modified>
</cp:coreProperties>
</file>