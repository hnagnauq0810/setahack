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5:00:57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rpt_fee18add-ccd6-4718-859b-5d5b52d17952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ds_97a5e68fb5fe2029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mx_ca9aab6d-73c4-49ac-acf6-267c79c89393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ev_ce9fa617-868c-4ee4-bc1c-1154074f6cbf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gv_cc5cd57a-f32d-4717-9957-14f2363af8bf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2026-06-22T10:00:58Z</dcterms:created>
  <dcterms:modified xsi:type="dcterms:W3CDTF">2026-06-22T10:00:58Z</dcterms:modified>
</cp:coreProperties>
</file>