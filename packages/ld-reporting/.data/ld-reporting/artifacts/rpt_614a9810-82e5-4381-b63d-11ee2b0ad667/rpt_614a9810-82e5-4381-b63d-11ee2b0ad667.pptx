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3:45:01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rpt_614a9810-82e5-4381-b63d-11ee2b0ad667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ds_4481d9cb0ff09b98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mx_7095768c-e710-4f82-b623-e5ca27fdfe97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ev_7e5971f8-38cb-41a7-a19e-2b34b14d2adb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gv_e5ab4a9d-7596-424f-90b0-ea3e1ef8691e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2026-06-22T08:45:01Z</dcterms:created>
  <dcterms:modified xsi:type="dcterms:W3CDTF">2026-06-22T08:45:01Z</dcterms:modified>
</cp:coreProperties>
</file>