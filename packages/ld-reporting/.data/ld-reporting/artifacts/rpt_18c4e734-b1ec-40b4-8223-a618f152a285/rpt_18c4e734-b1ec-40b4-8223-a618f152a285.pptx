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12:52:02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55692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0555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47160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2839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8518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53986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522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318516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36041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522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44500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28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rpt_18c4e734-b1ec-40b4-8223-a618f152a285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ds_2e54e87abef45eef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mx_9f3d15ab-1175-4801-8598-a3eb73346c12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ev_863382b3-77a1-4e35-9ee6-fba8065f449a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gv_18736af5-719f-4a27-90c7-1dca76de8c7c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2026-06-21T17:52:03Z</dcterms:created>
  <dcterms:modified xsi:type="dcterms:W3CDTF">2026-06-21T17:52:03Z</dcterms:modified>
</cp:coreProperties>
</file>