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9:59:52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rpt_1b894d67-1b53-4c2b-9990-2b03b4c160a0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ds_493c29fb3d4f017b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mx_ce4fc2f8-d6f7-485c-995a-97b03810714c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ev_c5408005-5754-4b90-82b4-ca01eaccbe57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gv_e3a53d48-4d7d-496c-b225-f962471f46cf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2026-06-22T14:59:57Z</dcterms:created>
  <dcterms:modified xsi:type="dcterms:W3CDTF">2026-06-22T14:59:57Z</dcterms:modified>
</cp:coreProperties>
</file>