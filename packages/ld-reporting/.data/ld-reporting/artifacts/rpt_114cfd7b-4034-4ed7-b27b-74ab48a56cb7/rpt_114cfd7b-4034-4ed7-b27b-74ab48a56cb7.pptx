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11:28:52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rpt_114cfd7b-4034-4ed7-b27b-74ab48a56cb7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ds_8107c125ce8cb2ec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mx_cfaa4e49-c587-479b-acac-1c6623e6daaf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ev_03749b7a-cfb3-43b6-bd87-af49c1c463cb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gv_9f75e122-1841-402c-8c16-f357e3c55df8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2026-06-21T16:28:52Z</dcterms:created>
  <dcterms:modified xsi:type="dcterms:W3CDTF">2026-06-21T16:28:52Z</dcterms:modified>
</cp:coreProperties>
</file>