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4:04:25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rpt_f77c55b9-73f4-4e1e-8961-310a74445b25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ds_45197fe8126dfe58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mx_2fe42948-0972-4608-9f9e-69e87f72c6b0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ev_3c756a05-466b-4419-b136-2c1e3bac97a9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gv_9d0db779-5c0e-45eb-bc99-c91d3a544cd4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2026-06-22T09:04:25Z</dcterms:created>
  <dcterms:modified xsi:type="dcterms:W3CDTF">2026-06-22T09:04:25Z</dcterms:modified>
</cp:coreProperties>
</file>