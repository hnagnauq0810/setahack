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12:39:56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80327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06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92.9%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73634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2882646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2882646"/>
            <a:ext cx="2966222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2836926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736342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98.3%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55244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698748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698748"/>
            <a:ext cx="270973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3653028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55244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89.8%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36854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514850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514850"/>
            <a:ext cx="266235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0620" y="4469130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4368546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88.2/100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510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110728" y="2018995"/>
            <a:ext cx="2834640" cy="1678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0728" y="2018995"/>
            <a:ext cx="2456499" cy="1678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20172" y="1973275"/>
            <a:ext cx="0" cy="259324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01852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86.7/100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6510528" y="241401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8110728" y="2512771"/>
            <a:ext cx="2834640" cy="1678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10728" y="2512771"/>
            <a:ext cx="2615806" cy="1678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20172" y="2467051"/>
            <a:ext cx="0" cy="259324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18520" y="2414016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92.3/100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6510528" y="290779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8110728" y="3006547"/>
            <a:ext cx="2834640" cy="1678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10728" y="3006547"/>
            <a:ext cx="2430987" cy="1678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20172" y="2960827"/>
            <a:ext cx="0" cy="259324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018520" y="2907792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85.8/100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6309360" y="397764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416052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510528" y="445312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6510528" y="48463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High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8110728" y="4893869"/>
            <a:ext cx="2834640" cy="8083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10728" y="4893869"/>
            <a:ext cx="2834640" cy="80833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18520" y="48463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7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6510528" y="508406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Medium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8110728" y="5131613"/>
            <a:ext cx="2834640" cy="8083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10728" y="5131613"/>
            <a:ext cx="404949" cy="80833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018520" y="508406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rpt_184b1fc9-9a26-466e-aae7-629d029dd277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ds_e88c255927c044f5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mx_8499c38e-6386-4811-b66e-fedcc78f6196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ev_ff07bd9c-bc59-4fd1-b202-0e7279d0ba46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gv_19a22a7b-4ea7-4fc3-aad2-8e246a7851e2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2026-06-21T17:39:56Z</dcterms:created>
  <dcterms:modified xsi:type="dcterms:W3CDTF">2026-06-21T17:39:56Z</dcterms:modified>
</cp:coreProperties>
</file>