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Leadership_06_2026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2:19:44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rpt_0c2415a7-db7a-420d-a919-7e3445774d1e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ds_cf90fe1de35af372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mx_4699ebb3-c078-419b-adff-9d98dc43d09c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ev_b04ed91d-1859-42eb-b116-9cb4bcdac0e7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gv_1faa9155-852e-479d-be0a-ab2fc07b26b8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Leadership_06_2026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2026-06-17T07:19:44Z</dcterms:created>
  <dcterms:modified xsi:type="dcterms:W3CDTF">2026-06-17T07:19:44Z</dcterms:modified>
</cp:coreProperties>
</file>