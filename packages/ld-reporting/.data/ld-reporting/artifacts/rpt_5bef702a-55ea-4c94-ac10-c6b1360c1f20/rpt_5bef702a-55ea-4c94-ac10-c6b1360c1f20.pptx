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2:15:39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rpt_5bef702a-55ea-4c94-ac10-c6b1360c1f20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ds_74717c1f306b7f46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mx_0b7f3b0d-5dd3-44a2-b4db-efb3a57a663e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ev_0ea1615b-9848-40a1-9a83-17fe052197d7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gv_66c02261-480b-4ead-8b42-367fe442ef67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2026-06-21T19:15:45Z</dcterms:created>
  <dcterms:modified xsi:type="dcterms:W3CDTF">2026-06-21T19:15:45Z</dcterms:modified>
</cp:coreProperties>
</file>