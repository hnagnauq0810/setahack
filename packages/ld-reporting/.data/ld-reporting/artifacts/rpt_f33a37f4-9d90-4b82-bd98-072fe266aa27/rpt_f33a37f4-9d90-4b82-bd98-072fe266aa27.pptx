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2:19:08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rpt_f33a37f4-9d90-4b82-bd98-072fe266aa27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ds_4c7a68c571074d08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mx_f4d7c75c-45da-4ab1-8666-d370cca561c6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ev_25dcbafa-446b-401c-8e3f-e3e471c1ab77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gv_c5abaf2a-9038-412a-aab6-adac326761ec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2026-06-21T19:19:09Z</dcterms:created>
  <dcterms:modified xsi:type="dcterms:W3CDTF">2026-06-21T19:19:09Z</dcterms:modified>
</cp:coreProperties>
</file>