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7:20:39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rpt_41767d2f-05d1-4c9c-9d80-a846b8dd22c9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ds_7833423371e7dec8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mx_e75b0c56-2697-4722-b688-594c0a52ae9b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ev_99dbbfca-1561-4623-8191-ea8dfdd482ad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gv_586190c6-8ff6-4d06-8e38-0daef7e27208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2026-06-21T12:20:40Z</dcterms:created>
  <dcterms:modified xsi:type="dcterms:W3CDTF">2026-06-21T12:20:40Z</dcterms:modified>
</cp:coreProperties>
</file>