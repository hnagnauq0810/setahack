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rpt_4862b4ad-b362-4c7d-b8f4-a8c4ab3b5909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ds_7dbc80f381275b23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mx_8df8ebfc-6f7f-4ffa-8c29-a584b30a1962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ev_d02ccbb6-3c21-43e7-9a2c-e793b705f98b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gv_fd0dc339-989d-4ffa-897a-7776d7412095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2026-06-21T16:28:51Z</dcterms:created>
  <dcterms:modified xsi:type="dcterms:W3CDTF">2026-06-21T16:28:51Z</dcterms:modified>
</cp:coreProperties>
</file>