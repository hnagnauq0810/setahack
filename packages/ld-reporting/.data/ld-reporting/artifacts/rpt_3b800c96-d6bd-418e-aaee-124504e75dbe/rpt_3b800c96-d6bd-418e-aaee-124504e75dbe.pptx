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Mark as Incomplete; recommend re-enrollment in next cohort
Owner: L&amp;D Manager
Outcome: Improve training effectiveness and repeatability.
3. Assign a coaching owner, buddy support, and targeted practice resources for the flagged learner.
Owner: L&amp;D Manager
Outcome: Improve learner recovery and reduce support-needed cases.
4. Mark incomplete learner records for review and schedule re-enrollment in the next suitable cohort.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6/23/2026, 12:30:12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rpt_3b800c96-d6bd-418e-aaee-124504e75dbe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ds_be62575f5435f3a3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mx_3c5b95ab-cbfb-42b6-8f4b-8e5ef437ea50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ev_f0081cc2-40dc-4a73-82fe-e0f119cfd2cd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gv_17e6ddca-ac42-4504-9d8a-9f777a51d812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2026-06-22T17:30:15Z</dcterms:created>
  <dcterms:modified xsi:type="dcterms:W3CDTF">2026-06-22T17:30:15Z</dcterms:modified>
</cp:coreProperties>
</file>