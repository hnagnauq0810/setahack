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12:51:36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31837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52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47.9%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2838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286893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0%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7603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38176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0%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704050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522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21224" y="476631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25.6/100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pic>
        <p:nvPicPr>
          <p:cNvPr id="33" name="Image 0" descr="Governance flags by priority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7960" y="187452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rpt_641f690c-43b6-46f6-9864-bad4026e970a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ds_28feed5c647ab257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mx_b2e85591-b100-424e-839c-3ae58bdf103b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ev_50f3596d-dd83-4e7f-8ded-749c2544c892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gv_c20af691-6ad6-48bb-b5b3-749c90cfee8e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2026-06-21T17:51:36Z</dcterms:created>
  <dcterms:modified xsi:type="dcterms:W3CDTF">2026-06-21T17:51:36Z</dcterms:modified>
</cp:coreProperties>
</file>