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1:35:52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rpt_30d779a1-9ba5-4904-a6b4-8af5520d58d0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ds_34f84a35f1d32c2b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mx_75fc4f91-bc1d-49bb-b843-b896685c9f2a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ev_5b585277-cda6-43a4-abfd-bac9e5b44d48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gv_ddf479a2-9a48-4319-a3c1-d82a782426a8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2026-06-21T18:35:52Z</dcterms:created>
  <dcterms:modified xsi:type="dcterms:W3CDTF">2026-06-21T18:35:52Z</dcterms:modified>
</cp:coreProperties>
</file>