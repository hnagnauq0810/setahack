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Increase Technical Leadership &amp; Communication pass rate from 0% to at least 80% (+80 percentage points) in the next cohort.
2. Mark as Incomplete; recommend re-enrollment in next cohort
Owner: L&amp;D Manager
Outcome: Reduce incomplete or missing-assessment learner records from 8 to 0 before the next cohort closes.
3. Do not publish a final effectiveness conclusion until blocked evidence items are resolved.
Owner: L&amp;D Manager
Outcome: Reduce Evidence Gate blockers from 1 to 0 and move report readiness from BLOCKED to PASS before publication.
4. Assign a coaching owner for support-needed learners and review attendance issues with direct managers.
Owner: Team Manager + L&amp;D
Outcome: Increase Technical Leadership &amp; Communication attendance from 47.9% to at least 85% (+37.1 percentage points)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1:39:26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rpt_380bf170-3b50-4d3e-bece-c9dfc1c800e2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ds_ca6ac3280e5fd7b8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mx_0204c7af-10e5-4b2a-8b4a-b4424f9e559a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ev_71ba7f93-9fc5-45f9-886c-30c605586a82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gv_eb42df1d-dad1-42f2-8525-9d706e55b8bd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2026-06-22T18:39:27Z</dcterms:created>
  <dcterms:modified xsi:type="dcterms:W3CDTF">2026-06-22T18:39:27Z</dcterms:modified>
</cp:coreProperties>
</file>