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Technical Leadership &amp; Communication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Evidence gaps block a final effectiveness conclusion.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9" name="Shape 7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9397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11" name="Shape 9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841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Course Leadership_06_2026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6/22/2026, 12:39:55 AM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67665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gaps block a final effectiveness conclusion.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21792" y="1719072"/>
            <a:ext cx="6675120" cy="1554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The selected scope contains 1 course(s), 0 completed course(s), and 8 trainee-course records. Overall attendance is 47.9%, completion is 0%, pass rate is 0%, and average score is N/A/10. Total training hours are 34.5 and scaled cost is 4.8. Final effectiveness conclusion is blocked because required evidence is incomplete or course status is not completed.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83296" y="16962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blocked until required evidence is resolved.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47.9%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0370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9262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8154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N/A/10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57046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714500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blocked until required evidence is resolved.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blocked until required evidence is resolved.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6289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3147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1 selected course(s) are not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40005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Warning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863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721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47.9%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34.5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4.8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Visual analytics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Overall KPI vs target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Validated performance metrics compared with L&amp;D operating thresholds.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Attendance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301752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1445392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96062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0" y="1920240"/>
            <a:ext cx="50292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0F172A"/>
                </a:solidFill>
              </a:rPr>
              <a:t>47.9%</a:t>
            </a:r>
            <a:endParaRPr lang="en-US" sz="720" dirty="0"/>
          </a:p>
        </p:txBody>
      </p:sp>
      <p:sp>
        <p:nvSpPr>
          <p:cNvPr id="15" name="Text 13"/>
          <p:cNvSpPr/>
          <p:nvPr/>
        </p:nvSpPr>
        <p:spPr>
          <a:xfrm>
            <a:off x="795528" y="2736342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Completion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2882646"/>
            <a:ext cx="301752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2882646"/>
            <a:ext cx="27432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11496" y="2836926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0" y="2736342"/>
            <a:ext cx="50292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0F172A"/>
                </a:solidFill>
              </a:rPr>
              <a:t>0%</a:t>
            </a:r>
            <a:endParaRPr lang="en-US" sz="720" dirty="0"/>
          </a:p>
        </p:txBody>
      </p:sp>
      <p:sp>
        <p:nvSpPr>
          <p:cNvPr id="20" name="Text 18"/>
          <p:cNvSpPr/>
          <p:nvPr/>
        </p:nvSpPr>
        <p:spPr>
          <a:xfrm>
            <a:off x="795528" y="3552444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Pass rate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3698748"/>
            <a:ext cx="301752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3698748"/>
            <a:ext cx="27432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09744" y="3653028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0" y="3552444"/>
            <a:ext cx="50292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0F172A"/>
                </a:solidFill>
              </a:rPr>
              <a:t>0%</a:t>
            </a:r>
            <a:endParaRPr lang="en-US" sz="720" dirty="0"/>
          </a:p>
        </p:txBody>
      </p:sp>
      <p:sp>
        <p:nvSpPr>
          <p:cNvPr id="25" name="Text 23"/>
          <p:cNvSpPr/>
          <p:nvPr/>
        </p:nvSpPr>
        <p:spPr>
          <a:xfrm>
            <a:off x="795528" y="4368546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Effectiveness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395728" y="4514850"/>
            <a:ext cx="301752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95728" y="4514850"/>
            <a:ext cx="771882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960620" y="4469130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0" y="4368546"/>
            <a:ext cx="50292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0F172A"/>
                </a:solidFill>
              </a:rPr>
              <a:t>25.6/100</a:t>
            </a:r>
            <a:endParaRPr lang="en-US" sz="720" dirty="0"/>
          </a:p>
        </p:txBody>
      </p:sp>
      <p:sp>
        <p:nvSpPr>
          <p:cNvPr id="30" name="Shape 28"/>
          <p:cNvSpPr/>
          <p:nvPr/>
        </p:nvSpPr>
        <p:spPr>
          <a:xfrm>
            <a:off x="6309360" y="1051560"/>
            <a:ext cx="5257800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Governance flags by priority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NORM rule triggers grouped by business priority.</a:t>
            </a:r>
            <a:endParaRPr lang="en-US" sz="780" dirty="0"/>
          </a:p>
        </p:txBody>
      </p:sp>
      <p:sp>
        <p:nvSpPr>
          <p:cNvPr id="33" name="Text 31"/>
          <p:cNvSpPr/>
          <p:nvPr/>
        </p:nvSpPr>
        <p:spPr>
          <a:xfrm>
            <a:off x="6510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High</a:t>
            </a:r>
            <a:endParaRPr lang="en-US" sz="780" dirty="0"/>
          </a:p>
        </p:txBody>
      </p:sp>
      <p:sp>
        <p:nvSpPr>
          <p:cNvPr id="34" name="Shape 32"/>
          <p:cNvSpPr/>
          <p:nvPr/>
        </p:nvSpPr>
        <p:spPr>
          <a:xfrm>
            <a:off x="8110728" y="2066544"/>
            <a:ext cx="283464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110728" y="2066544"/>
            <a:ext cx="2834640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1018520" y="1920240"/>
            <a:ext cx="50292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0F172A"/>
                </a:solidFill>
              </a:rPr>
              <a:t>10</a:t>
            </a:r>
            <a:endParaRPr lang="en-US" sz="720" dirty="0"/>
          </a:p>
        </p:txBody>
      </p:sp>
      <p:sp>
        <p:nvSpPr>
          <p:cNvPr id="37" name="Text 35"/>
          <p:cNvSpPr/>
          <p:nvPr/>
        </p:nvSpPr>
        <p:spPr>
          <a:xfrm>
            <a:off x="6510528" y="3552444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Medium</a:t>
            </a:r>
            <a:endParaRPr lang="en-US" sz="780" dirty="0"/>
          </a:p>
        </p:txBody>
      </p:sp>
      <p:sp>
        <p:nvSpPr>
          <p:cNvPr id="38" name="Shape 36"/>
          <p:cNvSpPr/>
          <p:nvPr/>
        </p:nvSpPr>
        <p:spPr>
          <a:xfrm>
            <a:off x="8110728" y="3698748"/>
            <a:ext cx="283464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110728" y="3698748"/>
            <a:ext cx="283464" cy="20116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1018520" y="3552444"/>
            <a:ext cx="50292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0F172A"/>
                </a:solidFill>
              </a:rPr>
              <a:t>1</a:t>
            </a:r>
            <a:endParaRPr lang="en-US" sz="7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Technical Leadership &amp; Communic...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47.9%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N/A/10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25.58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0%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25.58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Technical Leadership &amp; Communication has an effectiveness score of 25.58 in the selected scope.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0%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0%.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25.58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47.9%, pass rate 0%, average score N/A/10.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Not reportable.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Technical Leadership &amp; Communication has an effectiveness score of 25.58 in the selected scope.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1 course group contained learners who need support based on score or attendance policy.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1 selected course(s) are not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Warning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Not reportable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10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9466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NORM-01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Pass rate is below 70%.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744468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NORM-03 | Medium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Attendance rate is below 75%.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942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244084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211580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course for content review; notify L&amp;D manager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99132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86684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Block final conclusion; flag data incomplete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74236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Do not publish a final effectiveness conclusion until blocked evidence items are resolved.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61788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Low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Use this output as a preliminary readiness report and assign owners to missing evidence items.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5836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9280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938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4124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Team Manager + L&amp;D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course for content review; notify L&amp;D manager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4124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4124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344728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3016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8172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830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363016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3016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3016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3016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623620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1908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7064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0722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641908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1908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Block final conclusion; flag data incomplete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1908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41908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902512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0800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4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025956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29614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3"/>
          <p:cNvSpPr/>
          <p:nvPr/>
        </p:nvSpPr>
        <p:spPr>
          <a:xfrm>
            <a:off x="920800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20800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Do not publish a final effectiveness conclusion until blocked evidence items are resolved.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20800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920800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rpt_7b188b3c-0261-4bf1-8061-7bf257c4e6a6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ds_f78b9a37ef8dcaa7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mx_423c940c-9bda-4c7a-8ba4-60f0e4913446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ev_7d1e1bd1-6838-4a87-ad9e-c9828f30b04a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gv_056ffa48-c0ef-45d6-a059-8360190913cb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Technical Leadership &amp; Communication</dc:title>
  <dc:subject>Evidence gaps block a final effectiveness conclusion.</dc:subject>
  <dc:creator>SETA L&amp;D Reporting Agent</dc:creator>
  <cp:lastModifiedBy>SETA L&amp;D Reporting Agent</cp:lastModifiedBy>
  <cp:revision>1</cp:revision>
  <dcterms:created xsi:type="dcterms:W3CDTF">2026-06-21T17:39:55Z</dcterms:created>
  <dcterms:modified xsi:type="dcterms:W3CDTF">2026-06-21T17:39:55Z</dcterms:modified>
</cp:coreProperties>
</file>