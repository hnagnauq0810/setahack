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7:23:24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rpt_774d8938-b521-4c8a-ac4b-a2c48cb87789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ds_8a8f2fb333167c5f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mx_0162aa94-26ba-4837-a58c-6afed5887ff1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ev_4dbdc9a9-9c0c-424e-a826-db0bfb545e2f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gv_53139b3f-7cff-40e4-8dd3-c6989e0196b8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2026-06-21T12:23:24Z</dcterms:created>
  <dcterms:modified xsi:type="dcterms:W3CDTF">2026-06-21T12:23:24Z</dcterms:modified>
</cp:coreProperties>
</file>