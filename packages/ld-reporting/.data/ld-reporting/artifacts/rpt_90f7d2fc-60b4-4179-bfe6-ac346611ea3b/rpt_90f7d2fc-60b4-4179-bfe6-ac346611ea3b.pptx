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2:23:06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rpt_90f7d2fc-60b4-4179-bfe6-ac346611ea3b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ds_3e5316cd130ad241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mx_e9271b77-6369-492e-ae27-0b417707948d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ev_8fe1ffbd-1062-48bb-b464-55457024a150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gv_6a7d4b74-fa1a-412c-bc23-aecaabee50f4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2026-06-17T07:23:07Z</dcterms:created>
  <dcterms:modified xsi:type="dcterms:W3CDTF">2026-06-17T07:23:07Z</dcterms:modified>
</cp:coreProperties>
</file>