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11:35:59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rpt_62065097-1acc-4f7e-ba6d-1b6ae000418d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ds_19a4351e2954f7e4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mx_8c556bc7-5267-43e5-a710-48766809e2cd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ev_e0637f54-6d84-4ab9-bf7f-ee5e3ae3d1e9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gv_2783558e-d93b-4f47-a48d-1805e688ae38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2026-06-22T16:35:59Z</dcterms:created>
  <dcterms:modified xsi:type="dcterms:W3CDTF">2026-06-22T16:35:59Z</dcterms:modified>
</cp:coreProperties>
</file>