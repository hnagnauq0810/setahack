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10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0 completed course(s), and 8 trainee-course records. Overall attendance is 47.9%, completion is 0%, pass rate is 0%, and average score is N/A/10. Total training hours are 34.5 and scaled cost is 4.8. Final effectiveness conclusion is blocked because required evidence is incomplete or course status is not completed.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Technical Leadership &amp; Communication
Learners: 8
Attendance: 47.9%
Completion: 0%
Pass rate: 0%
Average score: N/A/10
Effectiveness: 25.58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course for content review; notify L&amp;D manager
Owner: Team Manager + L&amp;D
Outcome: Improve training effectiveness and repeatability.
2. Mark as Incomplete; recommend re-enrollment in next cohort
Owner: L&amp;D Manager
Outcome: Improve training effectiveness and repeatability.
3. Block final conclusion; flag data incomplete
Owner: L&amp;D Manager
Outcome: Improve training effectiveness and repeatability.
4. Do not publish a final effectiveness conclusion until blocked evidence items are resolved.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Technical Leadership &amp; Communication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Evidence gaps block a final effectiveness conclusion.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25.6/100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Not reportable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525597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47.9%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0" cy="91440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0%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Leadership_06_2026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5:14:34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Evidence gaps block a final effectiveness conclusion.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0 completed course(s), and 8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47.9%, completion is 0%, pass rate is 0%, and average score is N/A/10.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34.5 and scaled cost is 4.8.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1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blocked until required evidence is resolved.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blocked until required evidence is resolved.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1 selected course(s) are not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47.9%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34.5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4.8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N/A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124391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47.9%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7432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0%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664286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25.6/100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10 (91%)</a:t>
            </a:r>
            <a:endParaRPr lang="en-US" sz="800" dirty="0"/>
          </a:p>
        </p:txBody>
      </p:sp>
      <p:sp>
        <p:nvSpPr>
          <p:cNvPr id="39" name="Shape 36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41" name="Text 38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(9%)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Technical Leadership &amp; Communication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2216268" cy="164592"/>
          </a:xfrm>
          <a:prstGeom prst="roundRect">
            <a:avLst>
              <a:gd name="adj" fmla="val 22222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47.9%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36576" cy="164592"/>
          </a:xfrm>
          <a:prstGeom prst="roundRect">
            <a:avLst>
              <a:gd name="adj" fmla="val 100000"/>
            </a:avLst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B91C1C"/>
                </a:solidFill>
              </a:rPr>
              <a:t>0%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B91C1C"/>
                </a:solidFill>
              </a:rPr>
              <a:t>25.58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8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N/A/10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25.58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0%.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25.58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47.9%, pass rate 0%, average score N/A/10.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Not reportable.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Technical Leadership &amp; Communication has an effectiveness score of 25.58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1 course group contained learners who need support based on score or attendance policy.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Blocked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1 selected course(s) are not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Warning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Not reportable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10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NORM-01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Pass rate is below 70%.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NORM-03 | Medium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Attendance rate is below 75%.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NORM-01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Block final conclusion; flag data incomplete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Low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Use this output as a preliminary readiness report and assign owners to missing evidence items.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45309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Medium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Team Manager + L&amp;D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course for content review; notify L&amp;D manager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Block final conclusion; flag data incomplete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Do not publish a final effectiveness conclusion until blocked evidence items are resolved.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Leadership_06_2026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Blocked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rpt_f5ade0a6-e8fc-42f6-8926-bcb881180bac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ds_d29a4f3b5d8f45a8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mx_b1b37b9a-31a7-4f0f-9ff0-2b01c720fe75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ev_861e801e-b7b6-4236-af0d-8732d483772f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gv_e456d358-b00f-4135-82c4-c7369cc69494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Technical Leadership &amp; Communication</dc:title>
  <dc:subject>Evidence gaps block a final effectiveness conclusion.</dc:subject>
  <dc:creator>SETA L&amp;D Reporting Agent</dc:creator>
  <cp:lastModifiedBy>SETA L&amp;D Reporting Agent</cp:lastModifiedBy>
  <cp:revision>1</cp:revision>
  <dcterms:created xsi:type="dcterms:W3CDTF">2026-06-22T10:14:35Z</dcterms:created>
  <dcterms:modified xsi:type="dcterms:W3CDTF">2026-06-22T10:14:35Z</dcterms:modified>
</cp:coreProperties>
</file>