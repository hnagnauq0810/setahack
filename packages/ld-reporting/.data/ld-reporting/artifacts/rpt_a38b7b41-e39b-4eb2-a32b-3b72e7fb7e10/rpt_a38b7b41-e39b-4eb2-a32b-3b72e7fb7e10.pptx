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9:58:50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rpt_a38b7b41-e39b-4eb2-a32b-3b72e7fb7e10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ds_8280272d38172d9a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mx_b56af8b1-3622-4a5c-a42b-21ca6bd1c107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ev_0fd2e3b8-0f2b-4f7a-92da-eaedda0d74ba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gv_a25b0b08-9e94-422a-bb8d-0b689b6c7011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2026-06-22T14:58:58Z</dcterms:created>
  <dcterms:modified xsi:type="dcterms:W3CDTF">2026-06-22T14:58:58Z</dcterms:modified>
</cp:coreProperties>
</file>