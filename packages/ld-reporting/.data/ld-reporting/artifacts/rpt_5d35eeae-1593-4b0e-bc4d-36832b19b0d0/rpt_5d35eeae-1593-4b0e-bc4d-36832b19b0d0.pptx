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7:23:25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rpt_5d35eeae-1593-4b0e-bc4d-36832b19b0d0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ds_f1df4f8d4716ae1c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mx_13078435-0352-42a5-a9a4-6aff23ecb6a1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ev_153d6217-2d1b-4287-b90d-fe3101f95e32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gv_51e1db67-1c4d-4566-8e37-9c238cd57a16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2026-06-21T12:23:25Z</dcterms:created>
  <dcterms:modified xsi:type="dcterms:W3CDTF">2026-06-21T12:23:25Z</dcterms:modified>
</cp:coreProperties>
</file>