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10:19:43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rpt_80d278c0-ac29-4a78-ad2d-d49c3c723ab3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ds_79ef30ea41f5aa0d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mx_fc1629dd-4ffa-46ae-bd35-9e3fcb3e0286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ev_ef8bd6a7-4577-453a-ab1c-4609903cc0e1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gv_7f3052df-f88a-4bf3-8998-b358e09c6b51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2026-06-22T15:19:46Z</dcterms:created>
  <dcterms:modified xsi:type="dcterms:W3CDTF">2026-06-22T15:19:46Z</dcterms:modified>
</cp:coreProperties>
</file>