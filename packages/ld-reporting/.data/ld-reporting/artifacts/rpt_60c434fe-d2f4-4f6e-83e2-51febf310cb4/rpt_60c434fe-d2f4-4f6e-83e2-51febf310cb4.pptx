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10:27:51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rpt_60c434fe-d2f4-4f6e-83e2-51febf310cb4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ds_658c6e660ccb2e42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mx_69ccdb61-0983-4ca6-8236-18fba9c99a14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ev_bbf6f58c-b087-4071-ad4d-8dc6a13d9c77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gv_22ffad5d-2dbf-4e76-8dad-544d3dddbe59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2026-06-22T15:27:51Z</dcterms:created>
  <dcterms:modified xsi:type="dcterms:W3CDTF">2026-06-22T15:27:51Z</dcterms:modified>
</cp:coreProperties>
</file>