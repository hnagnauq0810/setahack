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1:35:53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rpt_6dc73446-540b-459c-bf11-e11a28b7b36e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ds_fb056d548e602b47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mx_22e5ace0-7253-415f-9a71-9668cfbbdb93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ev_e316c437-ba3d-4b03-8609-3c13c9abfd69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gv_35979878-3c86-4d5c-afcf-df17017c9dea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2026-06-21T18:35:54Z</dcterms:created>
  <dcterms:modified xsi:type="dcterms:W3CDTF">2026-06-21T18:35:54Z</dcterms:modified>
</cp:coreProperties>
</file>