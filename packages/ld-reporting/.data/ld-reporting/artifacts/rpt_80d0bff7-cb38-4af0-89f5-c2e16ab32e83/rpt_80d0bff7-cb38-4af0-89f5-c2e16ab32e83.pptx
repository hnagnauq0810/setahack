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1:12:04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rpt_80d0bff7-cb38-4af0-89f5-c2e16ab32e83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ds_b61f593e848e11af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mx_73da5225-580a-4fba-b3eb-2ca5c549678e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ev_29aa04cb-fd83-4401-bba8-7a92521238f0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gv_3805399e-ad01-48cf-b9fa-2c2acc675039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2026-06-21T18:12:04Z</dcterms:created>
  <dcterms:modified xsi:type="dcterms:W3CDTF">2026-06-21T18:12:04Z</dcterms:modified>
</cp:coreProperties>
</file>