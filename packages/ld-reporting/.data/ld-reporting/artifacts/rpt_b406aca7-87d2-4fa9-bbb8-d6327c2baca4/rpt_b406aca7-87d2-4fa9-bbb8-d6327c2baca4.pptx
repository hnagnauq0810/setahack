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1:35:50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rpt_b406aca7-87d2-4fa9-bbb8-d6327c2baca4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ds_1525191b0497b266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mx_48cb0c09-2ad4-4a0a-9b9a-462a19c62f7c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ev_7c980607-90dc-423f-8923-7d1ffa452141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gv_56d4dc68-6847-4bff-ac0a-c60998a64712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2026-06-21T18:35:52Z</dcterms:created>
  <dcterms:modified xsi:type="dcterms:W3CDTF">2026-06-21T18:35:52Z</dcterms:modified>
</cp:coreProperties>
</file>