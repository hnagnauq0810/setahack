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3:24:59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rpt_0098d893-d837-4092-b2a2-24b7f3a81513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ds_9986d56d42339b21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mx_56ab9f00-cd1b-4a54-ae8c-02c9923f522c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ev_1369a61f-ffcd-4d37-b2d6-07d7d31a6522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gv_b3311bc8-aca8-4b46-bb0b-ba435d2662ed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2026-06-22T08:24:59Z</dcterms:created>
  <dcterms:modified xsi:type="dcterms:W3CDTF">2026-06-22T08:24:59Z</dcterms:modified>
</cp:coreProperties>
</file>