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2:18:50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rpt_d9c55962-dd09-412b-9058-d876d09ff283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ds_b2e7fbd043aae691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mx_9c1eb588-645c-405f-98f3-834196211850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ev_4e6bfc6e-ad57-40dd-918c-2a6df9761a62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gv_7c70b35c-752b-4642-9bde-f7af7336ff8c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2026-06-17T07:18:50Z</dcterms:created>
  <dcterms:modified xsi:type="dcterms:W3CDTF">2026-06-17T07:18:50Z</dcterms:modified>
</cp:coreProperties>
</file>