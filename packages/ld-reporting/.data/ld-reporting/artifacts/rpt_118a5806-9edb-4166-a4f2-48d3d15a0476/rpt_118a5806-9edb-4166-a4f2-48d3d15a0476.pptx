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2:14:57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rpt_118a5806-9edb-4166-a4f2-48d3d15a0476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ds_a547bae2050665ca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mx_e1ba8d75-3aef-4a73-ba03-a8d64530c169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ev_ace88121-4a08-4aaf-887c-5a9d3894c213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gv_3ea2b602-1c30-47b9-b598-6411a9ee20a3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2026-06-21T19:14:59Z</dcterms:created>
  <dcterms:modified xsi:type="dcterms:W3CDTF">2026-06-21T19:14:59Z</dcterms:modified>
</cp:coreProperties>
</file>