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1:45:00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rpt_f1a438c1-8099-4766-95fe-c21ed3ac1215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ds_731bc9fb169f5ea5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mx_ae4c68cc-4f94-4917-a69b-1888d69de492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ev_1a9b8d8c-f442-4f5f-b7a8-99c89fc9c0ac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gv_d1aeb792-b485-4b7c-aca3-b32706a5fd39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2026-06-22T18:45:01Z</dcterms:created>
  <dcterms:modified xsi:type="dcterms:W3CDTF">2026-06-22T18:45:01Z</dcterms:modified>
</cp:coreProperties>
</file>