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6:52:46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rpt_8cce77bf-8592-40ed-aa5c-e7834865fe61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ds_5465a4ebd4cf1a5b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mx_9b5cc794-7530-4464-8892-41cc6cdae799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ev_168e87db-822f-44e2-8c7b-139a1fceca4d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gv_49ca97df-6310-47f6-8d97-f55eb895fb40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2026-06-21T11:52:47Z</dcterms:created>
  <dcterms:modified xsi:type="dcterms:W3CDTF">2026-06-21T11:52:47Z</dcterms:modified>
</cp:coreProperties>
</file>