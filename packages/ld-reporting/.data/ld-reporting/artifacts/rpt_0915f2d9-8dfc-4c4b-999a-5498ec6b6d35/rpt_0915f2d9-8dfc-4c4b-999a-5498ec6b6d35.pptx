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6:17:19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rpt_0915f2d9-8dfc-4c4b-999a-5498ec6b6d35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ds_dec9d9b9444f5184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mx_b9910129-61cb-4a81-9693-5eb5f50de1ee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ev_3eaf6c45-a62c-4c41-af72-bf1115f73254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gv_2910bad4-6a3f-43dc-be7e-b7ffc24970bc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2026-06-21T11:17:19Z</dcterms:created>
  <dcterms:modified xsi:type="dcterms:W3CDTF">2026-06-21T11:17:19Z</dcterms:modified>
</cp:coreProperties>
</file>