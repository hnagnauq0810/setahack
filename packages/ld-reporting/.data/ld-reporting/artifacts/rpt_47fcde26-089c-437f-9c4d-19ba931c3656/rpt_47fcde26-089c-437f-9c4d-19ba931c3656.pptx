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1:24:01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rpt_47fcde26-089c-437f-9c4d-19ba931c3656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ds_3d4e2ed989ab79fb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mx_b9a44d44-1de8-402d-8fea-4ae5e75b1e1d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ev_9f6e6636-3abe-4cec-ae8c-8587b9db2d05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gv_74e5c79e-68df-434b-8e42-9471b76e292b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2026-06-22T18:24:02Z</dcterms:created>
  <dcterms:modified xsi:type="dcterms:W3CDTF">2026-06-22T18:24:02Z</dcterms:modified>
</cp:coreProperties>
</file>