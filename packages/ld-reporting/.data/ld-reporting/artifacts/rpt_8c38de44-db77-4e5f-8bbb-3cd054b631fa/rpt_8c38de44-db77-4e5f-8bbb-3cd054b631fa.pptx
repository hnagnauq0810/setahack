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2:17:41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rpt_8c38de44-db77-4e5f-8bbb-3cd054b631fa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ds_afee89237f41875a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mx_bde84891-3265-4c33-9d04-1791a937c86d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ev_e7c6730b-cb6d-431e-8d40-bc0860a80cee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gv_42e4d7bd-6d27-4a57-8040-bcece6c120cb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2026-06-17T07:17:41Z</dcterms:created>
  <dcterms:modified xsi:type="dcterms:W3CDTF">2026-06-17T07:17:41Z</dcterms:modified>
</cp:coreProperties>
</file>