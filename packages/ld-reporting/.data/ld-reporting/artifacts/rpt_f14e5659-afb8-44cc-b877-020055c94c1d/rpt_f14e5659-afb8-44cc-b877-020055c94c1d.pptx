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5:15:59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rpt_f14e5659-afb8-44cc-b877-020055c94c1d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ds_7495ff058054ab8f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mx_bcfa1f47-2a66-4fee-9ca8-9b360011deac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ev_4719b39d-9c40-4038-8a0d-d4c62a68548c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gv_2fb7debb-ab8d-48d2-8f00-15d38a3815aa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2026-06-22T10:16:00Z</dcterms:created>
  <dcterms:modified xsi:type="dcterms:W3CDTF">2026-06-22T10:16:00Z</dcterms:modified>
</cp:coreProperties>
</file>