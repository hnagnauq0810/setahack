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9:59:57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rpt_579f87b2-fc40-4a47-baae-4e0cee9b36f4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ds_70f8af77c831a6b0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mx_5bc0b240-6f3f-456c-a29e-30ff7ede6513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ev_4ea74dbc-820c-433c-959d-32dcacb2ef71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gv_1dfb224a-59e9-40b6-81c2-3f8141e511f5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2026-06-22T14:59:57Z</dcterms:created>
  <dcterms:modified xsi:type="dcterms:W3CDTF">2026-06-22T14:59:57Z</dcterms:modified>
</cp:coreProperties>
</file>