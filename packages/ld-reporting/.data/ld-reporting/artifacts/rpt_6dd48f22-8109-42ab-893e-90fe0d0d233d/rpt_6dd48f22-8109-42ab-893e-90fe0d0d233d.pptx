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10:15:47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rpt_6dd48f22-8109-42ab-893e-90fe0d0d233d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ds_2f699033515e57f7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mx_dde8cc3e-408f-4bd8-8a28-d2ce587fdf34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ev_379cb1c8-6bab-4e26-b05e-8a8ddaf02203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gv_4ef991a5-0b96-4372-b818-f0599ab5a29e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2026-06-21T15:15:47Z</dcterms:created>
  <dcterms:modified xsi:type="dcterms:W3CDTF">2026-06-21T15:15:47Z</dcterms:modified>
</cp:coreProperties>
</file>