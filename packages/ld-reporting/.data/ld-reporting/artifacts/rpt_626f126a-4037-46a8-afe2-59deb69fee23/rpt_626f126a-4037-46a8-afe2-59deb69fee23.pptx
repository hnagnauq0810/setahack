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Board of Directors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2:15:04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Masked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Restricted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Create a coaching plan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rpt_626f126a-4037-46a8-afe2-59deb69fee23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ds_0a71646db9f0fef7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mx_a7d5bb82-fb98-44f6-9a1b-8898e4b0a551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ev_2ba93ae2-d0c7-454a-a9c3-0a1ddd72c778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gv_e8bb2cae-eabd-4e66-8fbd-ba1d6d515e5d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Board of Directors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masked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2026-06-17T07:15:04Z</dcterms:created>
  <dcterms:modified xsi:type="dcterms:W3CDTF">2026-06-17T07:15:04Z</dcterms:modified>
</cp:coreProperties>
</file>