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AI Agent &amp; LLM Application Development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9" name="Shape 7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9397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11" name="Shape 9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2841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Course AI Agent &amp; LLM Application Development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6/21/2026, 7:04:51 PM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676656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21792" y="1719072"/>
            <a:ext cx="6675120" cy="1554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The selected scope contains 1 course(s), 1 completed course(s), and 13 trainee-course records. Overall attendance is 90.4%, completion is 100%, pass rate is 92.3%, and average score is 7.88/10. Total training hours are 188 and scaled cost is 9.6. Overall effectiveness classification is Risk.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83296" y="16962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90.4%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0370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100%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9262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92.3%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8154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4" name="Shape 32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7.88/10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57046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714500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6289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3147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40005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863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721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90.4%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100%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92.3%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7.88/10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4.73/5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188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9.6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0.042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78992"/>
          <a:ext cx="10972800" cy="30632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143000"/>
                <a:gridCol w="1143000"/>
                <a:gridCol w="1005840"/>
                <a:gridCol w="10058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Learners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Attend.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Effectiveness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AI Agent &amp; LLM Application Deve...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13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90.4%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92.3%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7.88/10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89.47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to notice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100%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9704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89.47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AI Agent &amp; LLM Application Development has an effectiveness score of 89.47 in the selected scope.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100%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92.3%.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89.47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90.4%, pass rate 92.3%, average score 7.88/10.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AI Agent &amp; LLM Application Development has an effectiveness score of 89.47 in the selected scope.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2 outstanding trainees met the star learner rule: score &gt;= 9.0 and full attendance.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1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9466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211580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99132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86684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 for support-needed learners and review attendance issues with direct managers.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5836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9280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938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4124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124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4124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4124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344728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3016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8172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1830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363016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3016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3016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63016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623620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1908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47064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0722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641908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Team Manager + L&amp;D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1908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 for support-needed learners and review attendance issues with direct managers.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1908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41908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rpt_96d2f60a-433c-4b07-9523-ef71535c2646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ds_5a1cf6e1f7b52a36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mx_33bee7da-3858-457a-be23-83597a45ddb9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ev_63059489-cac1-4f73-ae96-0aed11ddeb16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gv_2496f5dd-ecf6-422c-a289-28423affab43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AI Agent &amp; LLM Application Development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2026-06-21T12:04:51Z</dcterms:created>
  <dcterms:modified xsi:type="dcterms:W3CDTF">2026-06-21T12:04:51Z</dcterms:modified>
</cp:coreProperties>
</file>