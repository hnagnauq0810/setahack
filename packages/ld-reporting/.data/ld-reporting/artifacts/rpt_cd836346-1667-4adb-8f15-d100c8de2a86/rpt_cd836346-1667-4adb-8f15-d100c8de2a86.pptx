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12:24:18 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rpt_cd836346-1667-4adb-8f15-d100c8de2a86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ds_570c26f34d46c599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mx_be569a0c-1813-430a-b8e8-cb950482b6e2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ev_12f2ba2d-67fd-400e-a675-ff0f8dee1370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gv_05347bbf-78e3-4f8f-b082-5f16f9d5aac8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2026-06-21T17:24:18Z</dcterms:created>
  <dcterms:modified xsi:type="dcterms:W3CDTF">2026-06-21T17:24:18Z</dcterms:modified>
</cp:coreProperties>
</file>