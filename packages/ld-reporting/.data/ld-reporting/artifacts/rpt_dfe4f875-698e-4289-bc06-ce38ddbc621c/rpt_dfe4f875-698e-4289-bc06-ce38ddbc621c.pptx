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12:39:56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72783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90.4%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73634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836926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3634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100%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69874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698748"/>
            <a:ext cx="2785171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653028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36854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51485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514850"/>
            <a:ext cx="2699775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4469130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36854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89.5/100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10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High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10728" y="2066544"/>
            <a:ext cx="28346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2066544"/>
            <a:ext cx="283464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1852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rpt_dfe4f875-698e-4289-bc06-ce38ddbc621c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ds_d327aad52e8e39a6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mx_2ffca887-f5b0-42b0-a888-15da45de50bf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ev_ca906c46-a54a-40f5-b503-a56cd2506cb6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gv_1edd2882-7225-4233-a45d-5d736f8d3ea4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2026-06-21T17:39:56Z</dcterms:created>
  <dcterms:modified xsi:type="dcterms:W3CDTF">2026-06-21T17:39:56Z</dcterms:modified>
</cp:coreProperties>
</file>