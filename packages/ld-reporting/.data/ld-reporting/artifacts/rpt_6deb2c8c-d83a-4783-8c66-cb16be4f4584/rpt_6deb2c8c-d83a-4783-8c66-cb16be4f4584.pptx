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5:01:00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rpt_6deb2c8c-d83a-4783-8c66-cb16be4f4584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ds_cb5d29d74cc9f0c3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mx_71414802-1afa-4819-b696-0657897254e3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ev_55c183eb-e008-48ac-a6ff-e086ebdb8b05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gv_5c2dc793-2e79-42a2-a9dc-c6e9af8a9a6b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2026-06-22T10:01:01Z</dcterms:created>
  <dcterms:modified xsi:type="dcterms:W3CDTF">2026-06-22T10:01:01Z</dcterms:modified>
</cp:coreProperties>
</file>