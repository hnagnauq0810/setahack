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2:05:40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rpt_4964ca54-d83a-4861-a8d0-a3721fc8c1d1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ds_175031fb87aa18fa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mx_9461ece2-0280-452c-8877-8b4d4d7cbced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ev_dfe7d581-728a-4fed-b10f-531e63416af4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gv_5c8b7ed3-b0b4-47ab-aed6-dac9bcb60ca1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2026-06-18T07:05:40Z</dcterms:created>
  <dcterms:modified xsi:type="dcterms:W3CDTF">2026-06-18T07:05:40Z</dcterms:modified>
</cp:coreProperties>
</file>