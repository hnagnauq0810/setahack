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11:28:21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rpt_8d51ac35-8645-44c2-9bc6-776b5be621cb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ds_ca029eb4e3acae2b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mx_050b8882-5aa5-4a27-8187-a578088c20a8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ev_7994b1eb-e10b-441e-a4b2-692d519c0fbb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gv_d4a4fda7-dc56-48b8-ad2d-e88ac50b5a5c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2026-06-21T16:28:21Z</dcterms:created>
  <dcterms:modified xsi:type="dcterms:W3CDTF">2026-06-21T16:28:21Z</dcterms:modified>
</cp:coreProperties>
</file>