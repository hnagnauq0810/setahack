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Assign a coaching owner for support-needed learners and review attendance issues with direct managers.
Owner: Team Manager + L&amp;D
Outcome: Improve learner recovery and reduce support-needed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10:27:50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rpt_caeae2c2-d90b-41e0-8064-1b8a42dfbbad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ds_f0e7b75cef847635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mx_19b6eeab-c282-482e-b98f-853e91117c0e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ev_3cc6158c-2d4f-4dc0-a128-ef560999f218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gv_5420bce6-a5b1-4274-b73d-0f4d476f1c2a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2026-06-22T15:27:51Z</dcterms:created>
  <dcterms:modified xsi:type="dcterms:W3CDTF">2026-06-22T15:27:51Z</dcterms:modified>
</cp:coreProperties>
</file>