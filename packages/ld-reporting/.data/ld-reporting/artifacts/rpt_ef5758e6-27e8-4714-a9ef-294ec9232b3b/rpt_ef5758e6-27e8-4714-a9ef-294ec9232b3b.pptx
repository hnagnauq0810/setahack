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6:17:19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rpt_ef5758e6-27e8-4714-a9ef-294ec9232b3b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ds_614735f753ef99a7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mx_7231b527-3fd6-4fed-a890-a3c99b346c7f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ev_07451f2c-e21e-4101-83c4-50d35e7f7a4d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gv_1518c2ea-8587-4081-aa1f-cbc835304ef3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2026-06-21T11:17:19Z</dcterms:created>
  <dcterms:modified xsi:type="dcterms:W3CDTF">2026-06-21T11:17:19Z</dcterms:modified>
</cp:coreProperties>
</file>