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7:20:41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rpt_f26c6592-0c96-4e38-ab13-0545f3431b08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ds_550cc3606a9bd8a3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mx_4c5bb4db-c7d3-407e-8a61-2fd6143c7ad2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ev_66e104a2-396d-416d-85d5-0c85a31be4b6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gv_adb8d3fc-e686-4f13-ac93-57daf93cf1e0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2026-06-21T12:20:41Z</dcterms:created>
  <dcterms:modified xsi:type="dcterms:W3CDTF">2026-06-21T12:20:41Z</dcterms:modified>
</cp:coreProperties>
</file>