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1:37:53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rpt_33ea48e7-507f-44cc-8083-10773bab9a79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ds_fe1370740e10aa94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mx_c8b82a00-c9f5-4882-9eca-d7848d5f97fc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ev_c491949b-5b44-40f2-9dba-69ea08476d0d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gv_63861c91-8724-4a34-89ca-a42704727888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2026-06-21T18:37:53Z</dcterms:created>
  <dcterms:modified xsi:type="dcterms:W3CDTF">2026-06-21T18:37:53Z</dcterms:modified>
</cp:coreProperties>
</file>