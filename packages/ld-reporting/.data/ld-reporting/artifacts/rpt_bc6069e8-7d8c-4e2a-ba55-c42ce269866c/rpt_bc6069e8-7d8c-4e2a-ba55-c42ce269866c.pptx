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2:17:41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rpt_bc6069e8-7d8c-4e2a-ba55-c42ce269866c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ds_be6a1c1fb9121949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mx_583513b7-b113-42ee-861b-0ae320d48aed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ev_dbbbd6a1-b949-4e48-b353-ce9014b0b0fc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gv_26e44d5f-cabd-413e-bf75-643e5e68deeb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2026-06-17T07:17:41Z</dcterms:created>
  <dcterms:modified xsi:type="dcterms:W3CDTF">2026-06-17T07:17:41Z</dcterms:modified>
</cp:coreProperties>
</file>