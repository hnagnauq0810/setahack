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1 to 0 (100% resolution against pass-score and attendance policy) by the next cohort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1:44:45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1 to 0 (100% resolution against pass-score and attendance policy) by the next cohort review.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103620" y="1490472"/>
            <a:ext cx="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1083564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10469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1 to 0 (100% resolution against pass-score and attendance policy) by the next cohort review.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rpt_890fada7-b8f7-4002-a273-924f582b4448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ds_1cfc21f536117df5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mx_8ba57d42-df2a-4a5d-ae14-eb88a2add4b9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ev_4c4ff6e5-6ac7-453e-930e-21682304afdf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gv_bca384cb-1c71-4460-98c6-e8a8cf296363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2026-06-22T18:44:45Z</dcterms:created>
  <dcterms:modified xsi:type="dcterms:W3CDTF">2026-06-22T18:44:45Z</dcterms:modified>
</cp:coreProperties>
</file>