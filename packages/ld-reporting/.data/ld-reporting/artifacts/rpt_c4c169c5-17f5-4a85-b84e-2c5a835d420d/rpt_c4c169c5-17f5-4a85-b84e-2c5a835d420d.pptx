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12:30:16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rpt_c4c169c5-17f5-4a85-b84e-2c5a835d420d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ds_5585cd436b43d588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mx_f316b6f6-8fb2-409a-adc3-0e1779d51fbf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ev_7f03eeb8-f394-4df5-b928-e0cfcc380a1e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gv_79887ff2-4e69-46ee-bcb9-c6d534b8ff23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2026-06-22T17:30:17Z</dcterms:created>
  <dcterms:modified xsi:type="dcterms:W3CDTF">2026-06-22T17:30:17Z</dcterms:modified>
</cp:coreProperties>
</file>