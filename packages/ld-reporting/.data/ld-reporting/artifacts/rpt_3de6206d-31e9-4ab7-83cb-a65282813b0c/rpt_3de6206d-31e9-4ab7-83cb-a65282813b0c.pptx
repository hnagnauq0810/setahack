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7:20:40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rpt_3de6206d-31e9-4ab7-83cb-a65282813b0c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ds_bfd504d87cfbfc83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mx_3f0a4aba-6a70-42cf-97fe-bff36d8490b1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ev_cd314dc1-e5f0-4987-964c-971bc15ce1d3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gv_ed385efa-de09-44fb-8753-9b6611f3e79a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2026-06-21T12:20:40Z</dcterms:created>
  <dcterms:modified xsi:type="dcterms:W3CDTF">2026-06-21T12:20:40Z</dcterms:modified>
</cp:coreProperties>
</file>