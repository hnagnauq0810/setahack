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1:37:52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rpt_5b7f1cf8-5b90-4e83-b9aa-2d197c56d0d9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ds_51b98eb2cb9bffce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mx_bb10bd27-a96f-4ac4-bee3-5d2dcbece4ee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ev_8af4ca79-053c-4c46-9756-a594db0caf0e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gv_89d52d4c-0163-4384-967f-9f4c1a4b81a3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2026-06-21T18:37:52Z</dcterms:created>
  <dcterms:modified xsi:type="dcterms:W3CDTF">2026-06-21T18:37:52Z</dcterms:modified>
</cp:coreProperties>
</file>