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2:15:04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Create a coaching plan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rpt_58bee36b-d9fa-475f-8d5b-2f927c0b72fb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ds_efdee56869938534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mx_4e0e249e-406d-4477-93e3-ca26cac7bcfe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ev_aa5522e2-2ce8-4047-881c-ff77fd50c759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gv_1b0d8bcb-8874-4546-901f-75cc6c270080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2026-06-17T07:15:04Z</dcterms:created>
  <dcterms:modified xsi:type="dcterms:W3CDTF">2026-06-17T07:15:04Z</dcterms:modified>
</cp:coreProperties>
</file>