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2:19:02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rpt_576a86bc-9eba-4c5a-bb44-9609e1637960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ds_f1303b8c4002e499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mx_25c231d4-58bb-4413-bfa2-13d98f88a23f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ev_b087ef17-441e-4f1f-9e16-4efd9acc18a6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gv_262546e1-54fc-4553-98fd-0091ab2518c3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2026-06-21T19:19:05Z</dcterms:created>
  <dcterms:modified xsi:type="dcterms:W3CDTF">2026-06-21T19:19:05Z</dcterms:modified>
</cp:coreProperties>
</file>