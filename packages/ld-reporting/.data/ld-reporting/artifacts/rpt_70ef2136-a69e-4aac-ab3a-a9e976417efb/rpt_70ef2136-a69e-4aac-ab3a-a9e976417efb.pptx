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12:52:03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55692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0555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2838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86893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47160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7603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38176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42839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522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21224" y="476631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85181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52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53986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522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318516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75234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36041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522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445008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pic>
        <p:nvPicPr>
          <p:cNvPr id="28" name="Image 0" descr="Governance flags by priority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7960" y="1874520"/>
            <a:ext cx="4800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rpt_70ef2136-a69e-4aac-ab3a-a9e976417efb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ds_640b0f81fcfe5e8e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mx_5f7621e4-0896-45e4-857f-15d6ab7d11ea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ev_117671dd-e919-402c-a199-fbfdd222c415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gv_3f917efe-413a-41f8-96e8-d5c8bd33c14a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2026-06-21T17:52:04Z</dcterms:created>
  <dcterms:modified xsi:type="dcterms:W3CDTF">2026-06-21T17:52:04Z</dcterms:modified>
</cp:coreProperties>
</file>