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12:52:03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31837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47.9%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2838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86893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0%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7603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38176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0%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70405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522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21224" y="476631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25.6/100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pic>
        <p:nvPicPr>
          <p:cNvPr id="33" name="Image 0" descr="Governance flags by priorit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87452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rpt_29fad52a-b689-417d-8f64-96e725b0413b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ds_42450a6eb45e1a80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mx_6d0adc0c-4807-47b9-9d4c-cae4bfad759e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ev_6c9ab2b0-ed6e-41de-8bc2-81ee15a65944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gv_8633b005-7e7d-45ea-acb3-d8f5142b2a14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2026-06-21T17:52:03Z</dcterms:created>
  <dcterms:modified xsi:type="dcterms:W3CDTF">2026-06-21T17:52:03Z</dcterms:modified>
</cp:coreProperties>
</file>