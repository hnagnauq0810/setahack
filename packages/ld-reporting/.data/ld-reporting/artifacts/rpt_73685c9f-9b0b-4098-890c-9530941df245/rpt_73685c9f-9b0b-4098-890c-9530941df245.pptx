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5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Reduce support-needed learner cases from 7 to 0 (100% resolution against pass-score and attendance policy) by the next cohort review.
2. Mark as Incomplete; recommend re-enrollment in next cohort
Owner: L&amp;D Manager
Outcome: Reduce incomplete or missing-assessment learner records from 1 to 0 before the next cohort closes.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1:44:45 AM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789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7899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support-needed learner cases from 7 to 0 (100% resolution against pass-score and attendance policy) by the next cohort review.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66544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66544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incomplete or missing-assessment learner records from 1 to 0 before the next cohort closes.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3321558" y="1490472"/>
            <a:ext cx="5564124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065526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065526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5271516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4128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35808"/>
            <a:ext cx="49057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187952"/>
            <a:ext cx="49057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443984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support-needed learner cases from 7 to 0 (100% resolution against pass-score and attendance policy) by the next cohort review.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8629650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29650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6249924" y="1938528"/>
            <a:ext cx="5271516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6432804" y="2212848"/>
            <a:ext cx="41285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6432804" y="2633472"/>
            <a:ext cx="49057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6432804" y="3035808"/>
            <a:ext cx="4905756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6432804" y="4187952"/>
            <a:ext cx="490575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6432804" y="4443984"/>
            <a:ext cx="49057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incomplete or missing-assessment learner records from 1 to 0 before the next cohort closes.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rpt_73685c9f-9b0b-4098-890c-9530941df245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ds_213eaa617fa1047f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mx_1edf160d-4c41-4f60-86ca-af8069888430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ev_be35b396-e063-4c17-b75d-9874b056161f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gv_da74db95-685a-455f-a176-d7fc0e04a654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2026-06-22T18:44:45Z</dcterms:created>
  <dcterms:modified xsi:type="dcterms:W3CDTF">2026-06-22T18:44:45Z</dcterms:modified>
</cp:coreProperties>
</file>