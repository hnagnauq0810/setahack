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10:28:09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rpt_843876ca-2faa-4fed-b98b-d864708c34a1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ds_78c0dfaa75515496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mx_40e60ca9-c475-48ea-966b-2cb9c96ddf10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ev_d0e998e4-85aa-4067-a906-28885b71ffe7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gv_a4824cd1-b597-4c93-aa75-385df6c0273e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2026-06-22T15:28:11Z</dcterms:created>
  <dcterms:modified xsi:type="dcterms:W3CDTF">2026-06-22T15:28:11Z</dcterms:modified>
</cp:coreProperties>
</file>