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9:58:56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rpt_b073a31e-107c-4bfd-a9bb-451a6e92299b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ds_a4ba001e1628064e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mx_b2b5968e-1c6d-4b6d-bd7f-160921ddb2df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ev_25c7f9d9-b597-40e0-8a9e-9c460c8f79c7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gv_ab8f10b7-7e5c-4529-843f-f324cdb53586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2026-06-22T14:58:58Z</dcterms:created>
  <dcterms:modified xsi:type="dcterms:W3CDTF">2026-06-22T14:58:58Z</dcterms:modified>
</cp:coreProperties>
</file>