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1:44:41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rpt_f41ea262-a464-4f72-80b3-1c4b6d2acad5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ds_ceee59efe360ff56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mx_de6e4b97-fcb8-4dfe-b511-3a1d6fa172bf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ev_dc9e630e-6c03-430e-aacd-6d7679dafced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gv_09edeea6-b6e6-410b-b93c-7339480341cc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2026-06-22T18:44:42Z</dcterms:created>
  <dcterms:modified xsi:type="dcterms:W3CDTF">2026-06-22T18:44:42Z</dcterms:modified>
</cp:coreProperties>
</file>