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11:34:50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rpt_24f9698a-0fff-47e5-9a14-5704b3ffcb4c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ds_b37967689c931c48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mx_e602ac63-00a0-4396-aafb-b6ec8d62e33d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ev_0dd30dfb-b292-42e9-bcbe-4c110f8eee28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gv_262e53df-3d18-474b-8412-5949bf1efa5b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2026-06-22T16:34:51Z</dcterms:created>
  <dcterms:modified xsi:type="dcterms:W3CDTF">2026-06-22T16:34:51Z</dcterms:modified>
</cp:coreProperties>
</file>