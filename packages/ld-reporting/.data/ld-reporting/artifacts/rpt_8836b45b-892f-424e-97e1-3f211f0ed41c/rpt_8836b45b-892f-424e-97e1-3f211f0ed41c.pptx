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12:40:22 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80327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6062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92.9%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95528" y="2736342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2882646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2882646"/>
            <a:ext cx="2966222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1496" y="2836926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2736342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98.3%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95528" y="355244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698748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698748"/>
            <a:ext cx="270973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9744" y="3653028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3552444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89.8%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795528" y="4368546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514850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514850"/>
            <a:ext cx="2662358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60620" y="4469130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4368546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88.2/100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6510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8110728" y="2018995"/>
            <a:ext cx="2834640" cy="1678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10728" y="2018995"/>
            <a:ext cx="2456499" cy="1678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20172" y="1973275"/>
            <a:ext cx="0" cy="259324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018520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86.7/100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6510528" y="2414016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8110728" y="2512771"/>
            <a:ext cx="2834640" cy="1678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10728" y="2512771"/>
            <a:ext cx="2615806" cy="1678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20172" y="2467051"/>
            <a:ext cx="0" cy="259324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018520" y="2414016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92.3/100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6510528" y="2907792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8110728" y="3006547"/>
            <a:ext cx="2834640" cy="1678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10728" y="3006547"/>
            <a:ext cx="2430987" cy="1678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520172" y="2960827"/>
            <a:ext cx="0" cy="259324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018520" y="2907792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85.8/100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6309360" y="397764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10528" y="416052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6510528" y="445312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6510528" y="48463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High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8110728" y="4893869"/>
            <a:ext cx="2834640" cy="8083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110728" y="4893869"/>
            <a:ext cx="2834640" cy="80833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018520" y="484632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7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6510528" y="508406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Medium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8110728" y="5131613"/>
            <a:ext cx="2834640" cy="8083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10728" y="5131613"/>
            <a:ext cx="404949" cy="80833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018520" y="5084064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1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rpt_8836b45b-892f-424e-97e1-3f211f0ed41c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ds_291544175cee7bb5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mx_af6854fc-67a2-453f-b36a-2dc6885dc6ba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ev_78bd16a4-a31a-41bc-acb5-416e4b11e636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gv_c7374b7d-b173-4386-95a6-9a357e17e2cf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2026-06-21T17:40:22Z</dcterms:created>
  <dcterms:modified xsi:type="dcterms:W3CDTF">2026-06-21T17:40:22Z</dcterms:modified>
</cp:coreProperties>
</file>