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7 to 0 (100% resolution against pass-score and attendance policy) by the next cohort review.
2. Mark as Incomplete; recommend re-enrollment in next cohort
Owner: L&amp;D Manager
Outcome: Reduce incomplete or missing-assessment learner records from 1 to 0 before the next cohort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1:39:26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rpt_0684af94-e9ed-4dd6-8106-b2ebfd45a5f9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ds_13435743789b659e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mx_274f2b37-6616-4199-a83c-62585ec2bf15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ev_3dcebb0f-ab6f-405d-8281-880de6332d06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gv_912eed6d-80b6-408f-8ccb-f5d24a08fd27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2026-06-22T18:39:28Z</dcterms:created>
  <dcterms:modified xsi:type="dcterms:W3CDTF">2026-06-22T18:39:28Z</dcterms:modified>
</cp:coreProperties>
</file>