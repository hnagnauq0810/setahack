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Improve training effectiveness and repeatability.
2. Mark as Incomplete; recommend re-enrollment in next cohort
Owner: L&amp;D Manager
Outcome: Improve training effectiveness and repeatability.
3. Block final conclusion; flag data incomplete
Owner: L&amp;D Manager
Outcome: Improve training effectiveness and repeatability.
4. Do not publish a final effectiveness conclusion until blocked evidence items are resolved.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10:27:49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rpt_a88251d0-2416-422a-8f82-2a242e89d8d4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ds_31eb8477d522099b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mx_8bc17a64-ec18-4407-8b59-4b528605f28a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ev_595d3c16-7695-437d-947c-993fdc19f5f5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gv_71463774-a542-4fea-bd47-089405db2b14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2026-06-22T15:27:50Z</dcterms:created>
  <dcterms:modified xsi:type="dcterms:W3CDTF">2026-06-22T15:27:50Z</dcterms:modified>
</cp:coreProperties>
</file>