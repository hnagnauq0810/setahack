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Mark as Incomplete; recommend re-enrollment in next cohort
Owner: L&amp;D Manager
Outcome: Improve training effectiveness and repeatability.
3. Assign a coaching owner, buddy support, and targeted practice resources for the flagged learner.
Owner: L&amp;D Manager
Outcome: Improve learner recovery and reduce support-needed cases.
4. Mark incomplete learner records for review and schedule re-enrollment in the next suitable cohort.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2:14:52 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rpt_5280ffd4-5ef5-4ddd-ab2f-c12ef0b2b704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ds_34f111c5b5cf419e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mx_77cf31d8-5a0b-4124-b9f9-5ebc9561d841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ev_4ffeee1d-372e-4b05-8b43-e79fee768c9f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gv_9197b6cd-4343-4149-9ff2-6dd657df5790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2026-06-21T19:14:59Z</dcterms:created>
  <dcterms:modified xsi:type="dcterms:W3CDTF">2026-06-21T19:14:59Z</dcterms:modified>
</cp:coreProperties>
</file>