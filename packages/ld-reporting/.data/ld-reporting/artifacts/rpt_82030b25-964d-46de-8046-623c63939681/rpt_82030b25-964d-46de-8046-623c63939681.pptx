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3:23:42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rpt_82030b25-964d-46de-8046-623c63939681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ds_92404302878c7055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mx_76ae0b30-1a53-4feb-9fa3-17f6ae4ddd09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ev_c1fb85c6-ce8d-4f20-bb16-d11ad211c014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gv_99e6819d-ce38-4938-805d-a8f1a68e080c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2026-06-22T08:23:42Z</dcterms:created>
  <dcterms:modified xsi:type="dcterms:W3CDTF">2026-06-22T08:23:42Z</dcterms:modified>
</cp:coreProperties>
</file>