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3:24:59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rpt_3347464e-b377-44d3-acf9-d4bf97a118d8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ds_886cf3089113f4ea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mx_05584600-d64f-47d7-8554-9ebd778d5b4a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ev_9be30631-7306-4554-870d-59e66f926dd9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gv_dd7b07b7-2106-43ac-94a5-7fb36f6a43e7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2026-06-22T08:24:59Z</dcterms:created>
  <dcterms:modified xsi:type="dcterms:W3CDTF">2026-06-22T08:24:59Z</dcterms:modified>
</cp:coreProperties>
</file>