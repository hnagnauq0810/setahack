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10:15:46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rpt_50da134c-99d7-4940-aff8-64272c69eb82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ds_0a39072dfb2d951f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mx_4a21cbb9-32c0-46b9-9586-6174c1eb4ba9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ev_a7b6fad3-7633-44d7-bbdd-860a04ae137d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gv_9636991c-8f0a-43cc-a021-7e6e4b674b1f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2026-06-21T15:15:46Z</dcterms:created>
  <dcterms:modified xsi:type="dcterms:W3CDTF">2026-06-21T15:15:46Z</dcterms:modified>
</cp:coreProperties>
</file>