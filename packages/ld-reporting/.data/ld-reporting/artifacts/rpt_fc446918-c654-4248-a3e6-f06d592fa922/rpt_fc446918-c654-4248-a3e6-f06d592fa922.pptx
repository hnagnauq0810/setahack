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1:44:56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rpt_fc446918-c654-4248-a3e6-f06d592fa922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ds_49c59c93ddde4462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mx_8f7398bd-91e4-496c-be92-efe49e260bd5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ev_895563ba-6f4d-4344-98d3-7f40c58c673f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gv_03615efb-21a4-4ad1-a3a6-89bb3c57e41f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2026-06-22T18:44:57Z</dcterms:created>
  <dcterms:modified xsi:type="dcterms:W3CDTF">2026-06-22T18:44:57Z</dcterms:modified>
</cp:coreProperties>
</file>