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6:52:47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rpt_a2ce4cda-d1f3-4420-ba4e-c01b065709f4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ds_d2bf566093ce2a23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mx_1b67a0f0-9c95-4724-87a4-0e84d5c4c32c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ev_449e37ee-3e41-430d-8b57-18a2a74b1ed5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gv_3f666344-6402-4f25-90d4-a6156d47445d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2026-06-21T11:52:47Z</dcterms:created>
  <dcterms:modified xsi:type="dcterms:W3CDTF">2026-06-21T11:52:47Z</dcterms:modified>
</cp:coreProperties>
</file>