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11:34:48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rpt_4387e487-b3ed-43de-b09f-15f2fd63c571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ds_ddf4d2ae676b2d4f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mx_facd0fea-301b-4f4f-9362-d814e2eedaa3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ev_070a7c45-915d-4ad5-b912-30523c03e082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gv_461a51be-2765-4129-b003-718e35390a16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2026-06-22T16:34:49Z</dcterms:created>
  <dcterms:modified xsi:type="dcterms:W3CDTF">2026-06-22T16:34:49Z</dcterms:modified>
</cp:coreProperties>
</file>