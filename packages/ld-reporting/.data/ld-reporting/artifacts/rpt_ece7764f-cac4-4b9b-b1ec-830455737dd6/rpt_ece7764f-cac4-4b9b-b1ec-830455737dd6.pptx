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6:44:34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rpt_ece7764f-cac4-4b9b-b1ec-830455737dd6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ds_6f25847d39cc1f95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mx_a9ac70f8-2d76-40b4-a0f8-d23431688c0b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ev_d178ec5e-590c-4a31-9bc7-a94efe57f7f3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gv_d1cb998d-d80f-4c02-b9de-6d33eb429537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2026-06-21T11:44:34Z</dcterms:created>
  <dcterms:modified xsi:type="dcterms:W3CDTF">2026-06-21T11:44:34Z</dcterms:modified>
</cp:coreProperties>
</file>