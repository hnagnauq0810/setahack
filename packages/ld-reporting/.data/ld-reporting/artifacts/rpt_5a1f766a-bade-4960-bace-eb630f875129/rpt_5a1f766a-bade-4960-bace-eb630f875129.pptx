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6:25:56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rpt_5a1f766a-bade-4960-bace-eb630f875129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ds_2347aa0bf9199414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mx_ffb8f190-c435-4b46-9fef-ff0e183e859c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ev_1dafa0ca-1bf5-4df5-8fd4-24346804407d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gv_9c714df9-f70d-4d7f-a04f-85089302f340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2026-06-21T11:25:56Z</dcterms:created>
  <dcterms:modified xsi:type="dcterms:W3CDTF">2026-06-21T11:25:56Z</dcterms:modified>
</cp:coreProperties>
</file>