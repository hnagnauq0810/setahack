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12:51:37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55692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0555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47160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2839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8518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53986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522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318516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36041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522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44500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28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rpt_d012138a-6d2a-473a-a908-025c06c63dfb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ds_29c5a6ce45a75576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mx_ac6bcef6-4d30-4fc0-9a52-9455e07b6c36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ev_e16e57f1-b21b-4e4a-937e-83275227ad43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gv_2e0fa2df-1f8b-4600-9181-3a9729d6a64a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2026-06-21T17:51:37Z</dcterms:created>
  <dcterms:modified xsi:type="dcterms:W3CDTF">2026-06-21T17:51:37Z</dcterms:modified>
</cp:coreProperties>
</file>