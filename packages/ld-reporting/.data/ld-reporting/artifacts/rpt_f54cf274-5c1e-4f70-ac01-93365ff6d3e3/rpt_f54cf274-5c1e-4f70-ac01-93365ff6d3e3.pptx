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4:58:39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rpt_f54cf274-5c1e-4f70-ac01-93365ff6d3e3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ds_3538971850810991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mx_2d83f3e1-dd65-4a67-bb8f-92866e245139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ev_52f2b0a9-1834-4324-b26c-891a620743f4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gv_8a9dd5b1-38d1-4832-8c91-232a0158bd45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2026-06-21T09:58:39Z</dcterms:created>
  <dcterms:modified xsi:type="dcterms:W3CDTF">2026-06-21T09:58:39Z</dcterms:modified>
</cp:coreProperties>
</file>