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Leadership_06_2026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1:57:56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the strongest effectiveness score (25.58)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the strongest effectiveness score (25.58)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group(s) contain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rpt_e3486d35-bebd-495b-8c30-5f7d909b9a26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ds_0b50d78a7589f5e8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mx_37b19060-0831-42d4-9282-efeb76337e97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ev_a9f432f5-2b9a-4170-8213-7e54da0af53e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gv_7a76ff27-d15b-4490-8eea-8037265b284b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Leadership_06_2026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2026-06-17T06:57:56Z</dcterms:created>
  <dcterms:modified xsi:type="dcterms:W3CDTF">2026-06-17T06:57:56Z</dcterms:modified>
</cp:coreProperties>
</file>