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Improve training effectiveness and repeatability.
2. Mark as Incomplete; recommend re-enrollment in next cohort
Owner: L&amp;D Manager
Outcome: Improve training effectiveness and repeatability.
3. Block final conclusion; flag data incomplete
Owner: L&amp;D Manager
Outcome: Improve training effectiveness and repeatability.
4. Do not publish a final effectiveness conclusion until blocked evidence items are resolved.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2:19:05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rpt_a6a7ccb2-5cfe-4e33-9451-f82dcbfaa18a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ds_f6480b0ea22de7aa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mx_cdb95bac-41e1-46fa-afaa-ba4e8b449c05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ev_d4d4d49b-0803-483d-bc17-33257c5f44a2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gv_69707607-fd64-44f9-8c3e-85f1b2cb48b8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2026-06-21T19:19:06Z</dcterms:created>
  <dcterms:modified xsi:type="dcterms:W3CDTF">2026-06-21T19:19:06Z</dcterms:modified>
</cp:coreProperties>
</file>