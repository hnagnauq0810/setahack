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Mark as Incomplete; recommend re-enrollment in next cohort
Owner: L&amp;D Manager
Outcome: Improve training effectiveness and repeatability.
3. Assign a coaching owner, buddy support, and targeted practice resources for the flagged learner.
Owner: L&amp;D Manager
Outcome: Improve learner recovery and reduce support-needed cases.
4. Mark incomplete learner records for review and schedule re-enrollment in the next suitable cohort.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88.2/100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1019373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78626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98.3%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985357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89.8%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1:32:04 AM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3 course(s), 3 completed course(s), and 59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92.9%, completion is 98.3%, pass rate is 89.8%, and average score is 7.59/10.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848 and scaled cost is 32.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125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52749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98.3%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32013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89.8%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291241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88.2/100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rate mix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Attendance, completion, and pass rate by course.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6537960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Attendance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7690104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27264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Completion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8842248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79408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Pass rate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6739128" y="5349240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39128" y="3808476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39128" y="2267712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57288" y="2517316"/>
            <a:ext cx="118872" cy="283192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12736" y="2350913"/>
            <a:ext cx="118872" cy="299832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68184" y="2600517"/>
            <a:ext cx="118872" cy="274872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57416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Automation Te...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8723376" y="2390973"/>
            <a:ext cx="118872" cy="295826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78824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3427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3504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DevOps Fundam...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10189464" y="2474174"/>
            <a:ext cx="118872" cy="287506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34491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500360" y="2782327"/>
            <a:ext cx="118872" cy="256691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89592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AWS Cloud Arc...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Distribution and risk signals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effectiveness comparison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Effectiveness score by course, using the validated L&amp;D scoring model.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Automation Testing with...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25047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86.7/100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318516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DevOps Fundamentals: CI...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33146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331464"/>
            <a:ext cx="23964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3090" y="328574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317601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92.3/100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445008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AWS Cloud Architecture ...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459638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4596384"/>
            <a:ext cx="2227098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03090" y="455066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444093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85.8/100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8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 (88%)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(13%)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11496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rpt_66756af9-8aa5-4adc-8f30-3604c51a86ce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ds_0945ea50182b462c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mx_a201ee9e-100b-4607-8e9c-15a24d342e04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ev_c9b77a41-f1a5-49a1-93d2-a839b1b51b81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gv_bee61182-3c4a-4d33-8e38-ac884c3b2b88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2026-06-21T18:32:06Z</dcterms:created>
  <dcterms:modified xsi:type="dcterms:W3CDTF">2026-06-21T18:32:06Z</dcterms:modified>
</cp:coreProperties>
</file>