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11:35:59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rpt_6fe5fd18-7ed5-430c-b31d-391bafae3cbd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ds_aed803a5768b4af3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mx_978a6279-4026-406e-8277-2077783b3563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ev_8ac95bf9-74be-416d-81a7-43dde2b9bbf3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gv_86fdd500-3077-4a6e-a9ce-915ad118fcfd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2026-06-22T16:35:59Z</dcterms:created>
  <dcterms:modified xsi:type="dcterms:W3CDTF">2026-06-22T16:35:59Z</dcterms:modified>
</cp:coreProperties>
</file>