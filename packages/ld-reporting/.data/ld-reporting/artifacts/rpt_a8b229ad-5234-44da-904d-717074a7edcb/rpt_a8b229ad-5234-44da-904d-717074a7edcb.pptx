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- 2026-Q1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9" name="Shape 7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9397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11" name="Shape 9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2841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Period 2026-Q1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6/21/2026, 6:17:18 PM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676656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21792" y="1719072"/>
            <a:ext cx="6675120" cy="1554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The selected scope contains 3 course(s), 3 completed course(s), and 59 trainee-course records. Overall attendance is 92.9%, completion is 98.3%, pass rate is 89.8%, and average score is 7.59/10. Total training hours are 848 and scaled cost is 32. Overall effectiveness classification is Risk.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83296" y="16962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0370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9262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8154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57046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714500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6289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3147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40005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863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721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4.48/5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848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32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0.0683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Automation Testing with Playwri...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37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91.9%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97.3%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89.2%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7.59/10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86.66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DevOps Fundamentals: CI/CD, K8s...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96%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7.89/10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92.28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AWS Cloud Architecture &amp; Servic...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7.32/10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85.76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98.3%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88.23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98.3%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89.8%.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88.23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92.9%, pass rate 89.8%, average score 7.59/10.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AWS Cloud Architecture &amp; Services needs attention with effectiveness score 85.76, attendance 93.3%, and pass 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7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9466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744468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942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244084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211580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99132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86684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74236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32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" y="4910328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5129784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70432" y="5111496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7008" y="5161788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2121408" y="507492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94760" y="5020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 for support-needed learners and review attendance issues with direct managers.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7863840" y="50200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5836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9280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938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4124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4124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4124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344728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3016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8172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1830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363016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3016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3016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63016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623620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1908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47064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0722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641908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1908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1908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41908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902512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20800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4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025956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29614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3"/>
          <p:cNvSpPr/>
          <p:nvPr/>
        </p:nvSpPr>
        <p:spPr>
          <a:xfrm>
            <a:off x="920800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20800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920800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920800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rpt_a8b229ad-5234-44da-904d-717074a7edcb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ds_aef9caea1f221775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mx_10c04e4e-fae5-4645-8717-cd74cfcd4a8f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ev_4f417c92-060f-41e6-8de3-6c6b8dadb7ca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gv_f71e4c1d-6921-4cd5-abaf-1979e4ef2f21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- 2026-Q1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2026-06-21T11:17:18Z</dcterms:created>
  <dcterms:modified xsi:type="dcterms:W3CDTF">2026-06-21T11:17:18Z</dcterms:modified>
</cp:coreProperties>
</file>