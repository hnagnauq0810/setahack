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2:18:51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rpt_b48e2ccf-aa79-4b3d-aece-937171375193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ds_cff07d00915efe2d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mx_bae0d798-07ce-431d-9dfb-02eea7bf4278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ev_d0c97a55-7d3e-4e09-b273-5de5ac1ddbd6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gv_eff6f410-79a0-4191-bb37-121fefd80c93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2026-06-17T07:18:51Z</dcterms:created>
  <dcterms:modified xsi:type="dcterms:W3CDTF">2026-06-17T07:18:51Z</dcterms:modified>
</cp:coreProperties>
</file>