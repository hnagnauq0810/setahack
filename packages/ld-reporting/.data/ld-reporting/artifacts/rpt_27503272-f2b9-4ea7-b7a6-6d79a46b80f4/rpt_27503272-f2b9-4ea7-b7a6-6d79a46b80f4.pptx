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11:34:45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rpt_27503272-f2b9-4ea7-b7a6-6d79a46b80f4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ds_69043d5f78090e0c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mx_50cb1be1-1e07-49ba-96ae-38b942053694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ev_a51ecc39-28bb-485f-9f26-a055c0932ef6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gv_d659b12c-e484-48d0-a243-9c9ff2062ef2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2026-06-22T16:34:48Z</dcterms:created>
  <dcterms:modified xsi:type="dcterms:W3CDTF">2026-06-22T16:34:48Z</dcterms:modified>
</cp:coreProperties>
</file>