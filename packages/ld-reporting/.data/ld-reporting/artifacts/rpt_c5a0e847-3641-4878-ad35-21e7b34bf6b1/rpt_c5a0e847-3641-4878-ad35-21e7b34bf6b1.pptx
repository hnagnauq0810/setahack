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12:52:03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8811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90.4%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100%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5404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46252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89.5/100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33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rpt_c5a0e847-3641-4878-ad35-21e7b34bf6b1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ds_404a06e94df4b46a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mx_b96a5acd-0e36-4bba-a2e0-8921fd761eb1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ev_433941fe-1f8e-481b-91cd-94e44eddd269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gv_cba5b219-b3f8-4ba0-8221-9f48352a2d19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2026-06-21T17:52:03Z</dcterms:created>
  <dcterms:modified xsi:type="dcterms:W3CDTF">2026-06-21T17:52:03Z</dcterms:modified>
</cp:coreProperties>
</file>