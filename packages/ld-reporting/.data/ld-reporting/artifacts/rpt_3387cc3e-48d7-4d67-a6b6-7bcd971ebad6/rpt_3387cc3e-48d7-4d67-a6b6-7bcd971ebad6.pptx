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7:04:50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rpt_3387cc3e-48d7-4d67-a6b6-7bcd971ebad6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ds_34b0ecf05729f707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mx_b161d050-b31c-4952-90ef-82996f7fd9a1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ev_f1c7dc1c-83aa-471e-90a0-967eac998828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gv_2d7f5f84-3b32-43a7-91d5-2a2cfb50a38d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2026-06-21T12:04:51Z</dcterms:created>
  <dcterms:modified xsi:type="dcterms:W3CDTF">2026-06-21T12:04:51Z</dcterms:modified>
</cp:coreProperties>
</file>