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Board of Directors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4:42:40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rpt_ce47a5d5-b406-451d-a4ab-8a775bc5eda5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ds_94698080eba9f5ef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mx_ae525a67-bd68-4823-ac34-cabb2da77ee6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ev_f8b8a7fc-1f42-4ad6-ad52-0774e2670ce9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gv_12d9f92e-028f-480c-b549-5a03f72bacc2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Board of Directors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2026-06-21T09:42:40Z</dcterms:created>
  <dcterms:modified xsi:type="dcterms:W3CDTF">2026-06-21T09:42:40Z</dcterms:modified>
</cp:coreProperties>
</file>