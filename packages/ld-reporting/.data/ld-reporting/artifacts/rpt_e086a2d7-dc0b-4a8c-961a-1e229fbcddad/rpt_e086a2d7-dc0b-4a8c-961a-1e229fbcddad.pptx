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6:44:34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rpt_e086a2d7-dc0b-4a8c-961a-1e229fbcddad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ds_4bb7ae64bdb9c399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mx_cbf3cfa3-7070-4931-8874-0df96d1bb0c1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ev_2dcbf0ed-bff7-4b4e-894c-49c72eb07432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gv_d53e0119-1ca3-45fd-ae41-3323d080e686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2026-06-21T11:44:34Z</dcterms:created>
  <dcterms:modified xsi:type="dcterms:W3CDTF">2026-06-21T11:44:34Z</dcterms:modified>
</cp:coreProperties>
</file>