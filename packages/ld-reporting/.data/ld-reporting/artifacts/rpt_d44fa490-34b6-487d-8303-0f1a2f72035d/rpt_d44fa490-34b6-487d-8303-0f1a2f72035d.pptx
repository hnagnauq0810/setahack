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Board of Directors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6/18/2026, 2:05:40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Masked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Restricted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rpt_d44fa490-34b6-487d-8303-0f1a2f72035d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ds_f1370ca4410d2e11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mx_b688ef15-a433-48ce-9dc0-0855c0caacb1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ev_a4f0cba1-0d13-4a79-8d05-e4d07658455f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gv_f8ed0945-4ce6-4957-ad46-ea53ddd9f7d3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Board of Directors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masked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2026-06-18T07:05:40Z</dcterms:created>
  <dcterms:modified xsi:type="dcterms:W3CDTF">2026-06-18T07:05:40Z</dcterms:modified>
</cp:coreProperties>
</file>