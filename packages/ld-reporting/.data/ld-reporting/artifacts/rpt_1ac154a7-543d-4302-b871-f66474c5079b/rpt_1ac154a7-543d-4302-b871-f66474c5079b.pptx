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2:49:13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rpt_1ac154a7-543d-4302-b871-f66474c5079b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ds_756001984e975e5e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mx_af74bb32-be71-4c9d-a30e-2e82567d86d1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ev_6594ced6-ad65-43c0-9e87-46de1e15a7c7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gv_bc474028-e86c-4378-8e94-e143686ddb65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2026-06-22T07:49:13Z</dcterms:created>
  <dcterms:modified xsi:type="dcterms:W3CDTF">2026-06-22T07:49:13Z</dcterms:modified>
</cp:coreProperties>
</file>