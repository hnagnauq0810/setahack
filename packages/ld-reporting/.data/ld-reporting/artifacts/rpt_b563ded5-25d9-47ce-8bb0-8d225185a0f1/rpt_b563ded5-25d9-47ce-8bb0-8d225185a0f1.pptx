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Maintain AWS Cloud Architecture &amp; Services average score at or above the 6.5/10 target (current 7.32/10) in the next cohort.
2. Mark as Incomplete; recommend re-enrollment in next cohort
Owner: L&amp;D Manager
Outcome: Maintain AWS Cloud Architecture &amp; Services average score at or above the 6.5/10 target (current 7.32/10) in the next cohort.
3. Assign a coaching owner, buddy support, and targeted practice resources for the flagged learner.
Owner: L&amp;D Manager
Outcome: Maintain AWS Cloud Architecture &amp; Services average score at or above the 6.5/10 target (current 7.32/10) in the next cohort.
4. Mark incomplete learner records for review and schedule re-enrollment in the next suitable cohort.
Owner: L&amp;D Manager
Outcome: Maintain AWS Cloud Architecture &amp; Services average score at or above the 6.5/10 target (current 7.32/10)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12:49:02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92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920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Automation Testing with Playwright attendance at or above the 85% target (current 91.9%)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AWS Cloud Architecture &amp; Services average score at or above the 6.5/10 target (current 7.32/10)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rpt_b563ded5-25d9-47ce-8bb0-8d225185a0f1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ds_6270bd1984b98e30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mx_0998c126-1180-4582-8950-95d5e6fa0a3f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ev_73d0ffb8-d7e6-41fd-902a-bcc148718e90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gv_8bd7c245-5c5d-4a54-a278-abec68a69bac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2026-06-22T17:49:02Z</dcterms:created>
  <dcterms:modified xsi:type="dcterms:W3CDTF">2026-06-22T17:49:02Z</dcterms:modified>
</cp:coreProperties>
</file>