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5:14:32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rpt_cf1d2134-da19-4563-97ff-95bf447cc716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ds_37c54b7069457bdc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mx_491760e1-8fa6-4004-9a6d-519446da229e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ev_96a77d85-8cd6-4384-97f8-afab1c11c1e9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gv_603ae8f3-4988-4d6d-9e09-97182fe5eb9c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2026-06-22T10:14:34Z</dcterms:created>
  <dcterms:modified xsi:type="dcterms:W3CDTF">2026-06-22T10:14:34Z</dcterms:modified>
</cp:coreProperties>
</file>