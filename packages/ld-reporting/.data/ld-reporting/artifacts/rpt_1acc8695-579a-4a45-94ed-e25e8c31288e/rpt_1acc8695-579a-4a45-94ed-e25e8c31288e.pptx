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Board of Directors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5:11:24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rpt_1acc8695-579a-4a45-94ed-e25e8c31288e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ds_cde57501ac69f472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mx_2eb199b4-fe8a-4825-9c25-138c062e2a4a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ev_75b06e5c-cf0d-4818-9e2f-a2226ba31a98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gv_d5380b6f-2e21-4671-a5ec-766b8319d35e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Board of Directors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2026-06-21T10:11:24Z</dcterms:created>
  <dcterms:modified xsi:type="dcterms:W3CDTF">2026-06-21T10:11:24Z</dcterms:modified>
</cp:coreProperties>
</file>