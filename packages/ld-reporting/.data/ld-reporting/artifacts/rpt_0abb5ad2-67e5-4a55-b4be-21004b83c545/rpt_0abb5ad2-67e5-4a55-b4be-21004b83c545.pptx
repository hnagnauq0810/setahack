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12:39:55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80327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06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73634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2882646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2882646"/>
            <a:ext cx="2966222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2836926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73634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98.3%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5524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698748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698748"/>
            <a:ext cx="270973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653028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55244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89.8%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36854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514850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514850"/>
            <a:ext cx="266235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0620" y="4469130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436854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88.2/100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510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10728" y="2018995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2018995"/>
            <a:ext cx="2456499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20172" y="1973275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1852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86.7/100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6510528" y="241401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110728" y="2512771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0728" y="2512771"/>
            <a:ext cx="2615806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20172" y="2467051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18520" y="241401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92.3/100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6510528" y="29077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110728" y="3006547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10728" y="3006547"/>
            <a:ext cx="2430987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20172" y="2960827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18520" y="290779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85.8/100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6309360" y="397764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416052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510528" y="445312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510528" y="48463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High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8110728" y="4893869"/>
            <a:ext cx="2834640" cy="8083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10728" y="4893869"/>
            <a:ext cx="2834640" cy="80833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18520" y="48463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7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6510528" y="508406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Medium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8110728" y="5131613"/>
            <a:ext cx="2834640" cy="8083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10728" y="5131613"/>
            <a:ext cx="404949" cy="80833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018520" y="508406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rpt_0abb5ad2-67e5-4a55-b4be-21004b83c545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ds_68ab90c4f25302c5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mx_fc0efbed-ef92-46ee-951a-a2032d1f5e9d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ev_40e8e834-3006-4d1a-a244-51fcd1ffb1bd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gv_69c2068a-4d70-4722-a84e-af1a170d2c3b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2026-06-21T17:39:55Z</dcterms:created>
  <dcterms:modified xsi:type="dcterms:W3CDTF">2026-06-21T17:39:55Z</dcterms:modified>
</cp:coreProperties>
</file>