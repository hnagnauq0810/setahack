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High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1 completed course(s), and 13 trainee-course records. Overall attendance is 90.4%, completion is 100%, pass rate is 92.3%, and average score is 7.88/10. Total training hours are 188 and scaled cost is 9.6.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AI Agent &amp; LLM Application Development
Learners: 13
Attendance: 90.4%
Completion: 100%
Pass rate: 92.3%
Average score: 7.88/10
Effectiveness: 89.47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Assign a coaching owner, buddy support, and targeted practice resources for the flagged learner.
Owner: L&amp;D Manager
Outcome: Improve learner recovery and reduce support-needed cases.
3. Assign a coaching owner for support-needed learners and review attendance issues with direct managers.
Owner: Team Manager + L&amp;D
Outcome: Improve learner recovery and reduce support-needed cases.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AI Agent &amp; LLM Application Development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89.5/100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991941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90.4%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100%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1012789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92.3%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AI Agent &amp; LLM Application Development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4:04:24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1 completed course(s), and 13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90.4%, completion is 100%, pass rate is 92.3%, and average score is 7.88/10.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188 and scaled cost is 9.6.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4.73/5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188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9.6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0.042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34759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90.4%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100%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96935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32344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89.5/100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(100%)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AI Agent &amp; LLM Application Development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418268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90.4%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100%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427059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92.3%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7857"/>
                </a:solidFill>
              </a:rPr>
              <a:t>89.47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13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7.88/10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89.47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92.3%.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89.47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90.4%, pass rate 92.3%, average score 7.88/10.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trainees met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394204" y="1490472"/>
            <a:ext cx="7418832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38172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38172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14248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7906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5847588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47588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395216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8096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85190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8848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4578096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8096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578096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578096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9557004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557004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104632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287512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8287512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8287512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8287512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8287512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rpt_f0f470df-c4f2-462d-af50-8b8fbdc74b03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ds_04065df0f8ab0ffc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mx_1e2adb3d-3f7c-476c-9358-1a28e7e272a8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ev_08b05cee-025b-4eaa-9c39-e06225ed1a69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gv_2c2a5872-a028-458f-b490-c89418f9fb20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AI Agent &amp; LLM Application Development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2026-06-22T09:04:25Z</dcterms:created>
  <dcterms:modified xsi:type="dcterms:W3CDTF">2026-06-22T09:04:25Z</dcterms:modified>
</cp:coreProperties>
</file>