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1:05:24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55692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0555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47160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2839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8518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53986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522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318516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36041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522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44500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28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rpt_10de23f6-ee3b-42c0-9df2-8aebb55cf7fb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ds_575f8be19e1136ff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mx_597d8e81-0a27-4a67-a921-818f3b88a77c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ev_edf52d27-b831-4072-9b64-84f40999b3b3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gv_1ece7f30-93d1-407b-8902-a8c2d469c245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2026-06-21T18:05:24Z</dcterms:created>
  <dcterms:modified xsi:type="dcterms:W3CDTF">2026-06-21T18:05:24Z</dcterms:modified>
</cp:coreProperties>
</file>