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2026-Q1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2026-Q1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2:41:28 AM</a:t>
            </a:r>
          </a:p>
          <a:p>
            <a:pPr marL="342900" indent="-171450"/>
            <a:r>
              <a:rPr lang="en-US" sz="1600"/>
              <a:t>LLM usage: fallback deterministic mode (OPENAI_API_KEY is not configured or LD_REPORTING_USE_LLM=false.).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3 course(s), 3 completed course(s), and 59 trainee-course records. Overall attendance is 92.9%, completion is 98.3%, pass rate is 89.8%, and average score is 7.59/10. Total training hours are 848 and scaled cost is 32.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3 course(s), 3 completed, 59 trainee-course records.</a:t>
            </a:r>
          </a:p>
          <a:p>
            <a:pPr marL="342900" indent="-171450"/>
            <a:r>
              <a:rPr lang="en-US" sz="1600"/>
              <a:t>Attendance 92.9% · Completion 98.3% · Pass rate 89.8% · Avg score 7.59/10.</a:t>
            </a:r>
          </a:p>
          <a:p>
            <a:pPr marL="342900" indent="-171450"/>
            <a:r>
              <a:rPr lang="en-US" sz="1600"/>
              <a:t>Feedback 4.48/5 · Training hours 848 · Scaled cost 32 · ROI proxy 0.0683.</a:t>
            </a:r>
          </a:p>
          <a:p>
            <a:pPr marL="342900" indent="-171450"/>
            <a:r>
              <a:rPr lang="en-US" sz="1600"/>
              <a:t>Automation Testing with Playwright: 37 trainees, attendance 91.9%, completion 97.3%, pass 89.2%, score 7.59/10, effectiveness 86.66.</a:t>
            </a:r>
          </a:p>
          <a:p>
            <a:pPr marL="342900" indent="-171450"/>
            <a:r>
              <a:rPr lang="en-US" sz="1600"/>
              <a:t>DevOps Fundamentals: CI/CD, K8s, Monitoring: 10 trainees, attendance 96%, completion 100%, pass 100%, score 7.89/10, effectiveness 92.28.</a:t>
            </a:r>
          </a:p>
          <a:p>
            <a:pPr marL="342900" indent="-171450"/>
            <a:r>
              <a:rPr lang="en-US" sz="1600"/>
              <a:t>AWS Cloud Architecture &amp; Services: 12 trainees, attendance 93.3%, completion 100%, pass 83.3%, score 7.32/10, effectiveness 85.76.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8. L&amp;D Manager view may show individual IDs.</a:t>
            </a:r>
          </a:p>
          <a:p>
            <a:pPr marL="342900" indent="-171450"/>
            <a:r>
              <a:rPr lang="en-US" sz="1600"/>
              <a:t>Outstanding: EMP-198 · Automation_testing_01_2026 · score 9.8 · attendance 100%.</a:t>
            </a:r>
          </a:p>
          <a:p>
            <a:pPr marL="342900" indent="-171450"/>
            <a:r>
              <a:rPr lang="en-US" sz="1600"/>
              <a:t>Outstanding: EMP-067 · Automation_testing_01_2026 · score 9.7 · attendance 100%.</a:t>
            </a:r>
          </a:p>
          <a:p>
            <a:pPr marL="342900" indent="-171450"/>
            <a:r>
              <a:rPr lang="en-US" sz="1600"/>
              <a:t>Outstanding: EMP-048 · CloudAWS_03_2026 · score 9.6 · attendance 100%.</a:t>
            </a:r>
          </a:p>
          <a:p>
            <a:pPr marL="342900" indent="-171450"/>
            <a:r>
              <a:rPr lang="en-US" sz="1600"/>
              <a:t>Outstanding: EMP-101 · CloudAWS_03_2026 · score 9.5 · attendance 100%.</a:t>
            </a:r>
          </a:p>
          <a:p>
            <a:pPr marL="342900" indent="-171450"/>
            <a:r>
              <a:rPr lang="en-US" sz="1600"/>
              <a:t>Outstanding: EMP-183 · Automation_testing_01_2026 · score 9.4 · attendance 100%.</a:t>
            </a:r>
          </a:p>
          <a:p>
            <a:pPr marL="342900" indent="-171450"/>
            <a:r>
              <a:rPr lang="en-US" sz="1600"/>
              <a:t>Support-needed group: Automation_testing_01_2026 has 5 learner(s). Reason: At least one learner is below pass threshold or attendance policy..</a:t>
            </a:r>
          </a:p>
          <a:p>
            <a:pPr marL="342900" indent="-171450"/>
            <a:r>
              <a:rPr lang="en-US" sz="1600"/>
              <a:t>Support-needed group: CloudAWS_03_2026 has 2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89.8%.</a:t>
            </a:r>
          </a:p>
          <a:p>
            <a:pPr marL="342900" indent="-171450"/>
            <a:r>
              <a:rPr lang="en-US" sz="1600"/>
              <a:t>Average assessment score: 7.59/10.</a:t>
            </a:r>
          </a:p>
          <a:p>
            <a:pPr marL="342900" indent="-171450"/>
            <a:r>
              <a:rPr lang="en-US" sz="1600"/>
              <a:t>AWS Cloud Architecture &amp; Services: pass 83.3%, avg score 7.32/10.</a:t>
            </a:r>
          </a:p>
          <a:p>
            <a:pPr marL="342900" indent="-171450"/>
            <a:r>
              <a:rPr lang="en-US" sz="1600"/>
              <a:t>Automation Testing with Playwright: pass 89.2%, avg score 7.59/10.</a:t>
            </a:r>
          </a:p>
          <a:p>
            <a:pPr marL="342900" indent="-171450"/>
            <a:r>
              <a:rPr lang="en-US" sz="1600"/>
              <a:t>DevOps Fundamentals: CI/CD, K8s, Monitoring: pass 100%, avg score 7.89/10.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92.9%.</a:t>
            </a:r>
          </a:p>
          <a:p>
            <a:pPr marL="342900" indent="-171450"/>
            <a:r>
              <a:rPr lang="en-US" sz="1600"/>
              <a:t>Total attended training hours: 848.</a:t>
            </a:r>
          </a:p>
          <a:p>
            <a:pPr marL="342900" indent="-171450"/>
            <a:r>
              <a:rPr lang="en-US" sz="1600"/>
              <a:t>Automation Testing with Playwright: attendance 91.9%, hours 408.</a:t>
            </a:r>
          </a:p>
          <a:p>
            <a:pPr marL="342900" indent="-171450"/>
            <a:r>
              <a:rPr lang="en-US" sz="1600"/>
              <a:t>AWS Cloud Architecture &amp; Services: attendance 93.3%, hours 224.</a:t>
            </a:r>
          </a:p>
          <a:p>
            <a:pPr marL="342900" indent="-171450"/>
            <a:r>
              <a:rPr lang="en-US" sz="1600"/>
              <a:t>DevOps Fundamentals: CI/CD, K8s, Monitoring: attendance 96%, hours 216.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88.23.</a:t>
            </a:r>
          </a:p>
          <a:p>
            <a:pPr marL="342900" indent="-171450"/>
            <a:r>
              <a:rPr lang="en-US" sz="1600"/>
              <a:t>NORM flags: 8; high-priority flags: 7.</a:t>
            </a:r>
          </a:p>
          <a:p>
            <a:pPr marL="342900" indent="-171450"/>
            <a:r>
              <a:rPr lang="en-US" sz="1600"/>
              <a:t>DevOps Fundamentals: CI/CD, K8s, Monitoring has the strongest effectiveness score (92.28) in the selected scope.</a:t>
            </a:r>
          </a:p>
          <a:p>
            <a:pPr marL="342900" indent="-171450"/>
            <a:r>
              <a:rPr lang="en-US" sz="1600"/>
              <a:t>AWS Cloud Architecture &amp; Services needs attention with effectiveness score 85.76, attendance 93.3%, and pass rate 83.3%.</a:t>
            </a:r>
          </a:p>
          <a:p>
            <a:pPr marL="342900" indent="-171450"/>
            <a:r>
              <a:rPr lang="en-US" sz="1600"/>
              <a:t>8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2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7 high-priority L&amp;D NORM flag(s) were triggered.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Mark as Incomplete; recommend re-enrollment in next cohort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rpt_53410d49-cc3a-45fe-984e-f60cd24c682c.</a:t>
            </a:r>
          </a:p>
          <a:p>
            <a:pPr marL="342900" indent="-171450"/>
            <a:r>
              <a:rPr lang="en-US" sz="1600"/>
              <a:t>Dataset ID: ds_abaeaddf6b35b952.</a:t>
            </a:r>
          </a:p>
          <a:p>
            <a:pPr marL="342900" indent="-171450"/>
            <a:r>
              <a:rPr lang="en-US" sz="1600"/>
              <a:t>Metrics snapshot ID: mx_e480b768-2a53-40e3-8bbf-2ae1d1700bf1.</a:t>
            </a:r>
          </a:p>
          <a:p>
            <a:pPr marL="342900" indent="-171450"/>
            <a:r>
              <a:rPr lang="en-US" sz="1600"/>
              <a:t>Evidence decision ID: ev_3da2804f-a270-416e-b676-d433874a452c.</a:t>
            </a:r>
          </a:p>
          <a:p>
            <a:pPr marL="342900" indent="-171450"/>
            <a:r>
              <a:rPr lang="en-US" sz="1600"/>
              <a:t>Governance view ID: gv_b547ff38-9a3c-41bc-9c07-a45397f5c7f2.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creator>SETA L&amp;D Reporting Agent</dc:creator>
  <cp:lastModifiedBy>SETA L&amp;D Reporting Agent</cp:lastModifiedBy>
  <dcterms:created xsi:type="dcterms:W3CDTF">2026-06-16T19:41:28.330Z</dcterms:created>
  <dcterms:modified xsi:type="dcterms:W3CDTF">2026-06-16T19:41:28.330Z</dcterms:modified>
</cp:coreProperties>
</file>