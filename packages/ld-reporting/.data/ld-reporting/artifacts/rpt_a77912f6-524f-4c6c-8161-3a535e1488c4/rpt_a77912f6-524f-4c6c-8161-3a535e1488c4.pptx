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5:11:24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rpt_a77912f6-524f-4c6c-8161-3a535e1488c4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ds_379a557c46286279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mx_94a4e2f6-6b9b-4cfa-a076-c1cdc966d975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ev_a6f41012-714e-45a0-8e2f-bb7ac36d4091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gv_49ee951d-8fed-480d-8f18-548ce17a4699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2026-06-21T10:11:24Z</dcterms:created>
  <dcterms:modified xsi:type="dcterms:W3CDTF">2026-06-21T10:11:24Z</dcterms:modified>
</cp:coreProperties>
</file>